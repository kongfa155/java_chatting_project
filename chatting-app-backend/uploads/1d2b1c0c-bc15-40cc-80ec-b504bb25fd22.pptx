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7" r:id="rId8"/>
    <p:sldId id="264" r:id="rId9"/>
    <p:sldId id="265" r:id="rId10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6" userDrawn="1">
          <p15:clr>
            <a:srgbClr val="A4A3A4"/>
          </p15:clr>
        </p15:guide>
        <p15:guide id="2" pos="21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56DA"/>
    <a:srgbClr val="334054"/>
    <a:srgbClr val="FDE1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008" y="56"/>
      </p:cViewPr>
      <p:guideLst>
        <p:guide orient="horz" pos="2886"/>
        <p:guide pos="217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1/1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file:///D:/code/HTML</a:t>
            </a:r>
            <a:r>
              <a:rPr spc="90" dirty="0"/>
              <a:t> </a:t>
            </a:r>
            <a:r>
              <a:rPr spc="-10" dirty="0"/>
              <a:t>CSS/Slide.html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1/1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file:///D:/code/HTML</a:t>
            </a:r>
            <a:r>
              <a:rPr spc="90" dirty="0"/>
              <a:t> </a:t>
            </a:r>
            <a:r>
              <a:rPr spc="-10" dirty="0"/>
              <a:t>CSS/Slide.html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1/1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file:///D:/code/HTML</a:t>
            </a:r>
            <a:r>
              <a:rPr spc="90" dirty="0"/>
              <a:t> </a:t>
            </a:r>
            <a:r>
              <a:rPr spc="-10" dirty="0"/>
              <a:t>CSS/Slide.html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1/1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file:///D:/code/HTML</a:t>
            </a:r>
            <a:r>
              <a:rPr spc="90" dirty="0"/>
              <a:t> </a:t>
            </a:r>
            <a:r>
              <a:rPr spc="-10" dirty="0"/>
              <a:t>CSS/Slide.html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1/1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file:///D:/code/HTML</a:t>
            </a:r>
            <a:r>
              <a:rPr spc="90" dirty="0"/>
              <a:t> </a:t>
            </a:r>
            <a:r>
              <a:rPr spc="-10" dirty="0"/>
              <a:t>CSS/Slide.html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 l="-18000" r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599512" y="7458231"/>
            <a:ext cx="167004" cy="13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1/1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92099" y="7458231"/>
            <a:ext cx="1630045" cy="13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file:///D:/code/HTML</a:t>
            </a:r>
            <a:r>
              <a:rPr spc="90" dirty="0"/>
              <a:t> </a:t>
            </a:r>
            <a:r>
              <a:rPr spc="-10" dirty="0"/>
              <a:t>CSS/Slide.html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3.xml"/><Relationship Id="rId3" Type="http://schemas.openxmlformats.org/officeDocument/2006/relationships/tags" Target="../tags/tag3.xml"/><Relationship Id="rId21" Type="http://schemas.openxmlformats.org/officeDocument/2006/relationships/image" Target="../media/image15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1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18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17.png"/><Relationship Id="rId10" Type="http://schemas.openxmlformats.org/officeDocument/2006/relationships/tags" Target="../tags/tag10.xml"/><Relationship Id="rId19" Type="http://schemas.openxmlformats.org/officeDocument/2006/relationships/image" Target="../media/image8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tags" Target="../tags/tag35.xml"/><Relationship Id="rId26" Type="http://schemas.openxmlformats.org/officeDocument/2006/relationships/image" Target="../media/image38.png"/><Relationship Id="rId3" Type="http://schemas.openxmlformats.org/officeDocument/2006/relationships/tags" Target="../tags/tag20.xml"/><Relationship Id="rId21" Type="http://schemas.openxmlformats.org/officeDocument/2006/relationships/image" Target="../media/image20.png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5" Type="http://schemas.openxmlformats.org/officeDocument/2006/relationships/image" Target="../media/image37.png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20" Type="http://schemas.openxmlformats.org/officeDocument/2006/relationships/slideLayout" Target="../slideLayouts/slideLayout5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24" Type="http://schemas.openxmlformats.org/officeDocument/2006/relationships/image" Target="../media/image36.png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23" Type="http://schemas.openxmlformats.org/officeDocument/2006/relationships/image" Target="../media/image35.png"/><Relationship Id="rId10" Type="http://schemas.openxmlformats.org/officeDocument/2006/relationships/tags" Target="../tags/tag27.xml"/><Relationship Id="rId19" Type="http://schemas.openxmlformats.org/officeDocument/2006/relationships/tags" Target="../tags/tag36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Relationship Id="rId22" Type="http://schemas.openxmlformats.org/officeDocument/2006/relationships/image" Target="../media/image34.png"/><Relationship Id="rId27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19000" r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05373" y="1219124"/>
            <a:ext cx="1165860" cy="1679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spc="-135" dirty="0">
                <a:solidFill>
                  <a:srgbClr val="1D40AF"/>
                </a:solidFill>
                <a:latin typeface="+mj-lt"/>
                <a:cs typeface="Lucida Sans Unicode" panose="020B0602030504020204"/>
              </a:rPr>
              <a:t>Đ</a:t>
            </a:r>
            <a:r>
              <a:rPr sz="1000" spc="-135" dirty="0">
                <a:solidFill>
                  <a:srgbClr val="1D40AF"/>
                </a:solidFill>
                <a:latin typeface="+mj-lt"/>
                <a:cs typeface="Microsoft Sans Serif" panose="020B0604020202020204"/>
              </a:rPr>
              <a:t>Ồ</a:t>
            </a:r>
            <a:r>
              <a:rPr sz="1000" spc="-40" dirty="0">
                <a:solidFill>
                  <a:srgbClr val="1D40AF"/>
                </a:solidFill>
                <a:latin typeface="+mj-lt"/>
                <a:cs typeface="Microsoft Sans Serif" panose="020B0604020202020204"/>
              </a:rPr>
              <a:t> </a:t>
            </a:r>
            <a:r>
              <a:rPr sz="1000" spc="-85" dirty="0">
                <a:solidFill>
                  <a:srgbClr val="1D40AF"/>
                </a:solidFill>
                <a:latin typeface="+mj-lt"/>
                <a:cs typeface="Lucida Sans Unicode" panose="020B0602030504020204"/>
              </a:rPr>
              <a:t>ÁN</a:t>
            </a:r>
            <a:r>
              <a:rPr sz="1000" spc="-60" dirty="0">
                <a:solidFill>
                  <a:srgbClr val="1D40AF"/>
                </a:solidFill>
                <a:latin typeface="+mj-lt"/>
                <a:cs typeface="Lucida Sans Unicode" panose="020B0602030504020204"/>
              </a:rPr>
              <a:t> </a:t>
            </a:r>
            <a:r>
              <a:rPr sz="1000" spc="-75" dirty="0">
                <a:solidFill>
                  <a:srgbClr val="1D40AF"/>
                </a:solidFill>
                <a:latin typeface="+mj-lt"/>
                <a:cs typeface="Lucida Sans Unicode" panose="020B0602030504020204"/>
              </a:rPr>
              <a:t>CHUYÊN</a:t>
            </a:r>
            <a:r>
              <a:rPr sz="1000" spc="-60" dirty="0">
                <a:solidFill>
                  <a:srgbClr val="1D40AF"/>
                </a:solidFill>
                <a:latin typeface="+mj-lt"/>
                <a:cs typeface="Lucida Sans Unicode" panose="020B0602030504020204"/>
              </a:rPr>
              <a:t> </a:t>
            </a:r>
            <a:r>
              <a:rPr sz="1000" spc="-70" dirty="0">
                <a:solidFill>
                  <a:srgbClr val="1D40AF"/>
                </a:solidFill>
                <a:latin typeface="+mj-lt"/>
                <a:cs typeface="Lucida Sans Unicode" panose="020B0602030504020204"/>
              </a:rPr>
              <a:t>NGÀNH</a:t>
            </a:r>
            <a:endParaRPr sz="1000">
              <a:latin typeface="+mj-lt"/>
              <a:cs typeface="Lucida Sans Unicode" panose="020B0602030504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92062" y="1488356"/>
            <a:ext cx="3595370" cy="169392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12700" marR="5080">
              <a:lnSpc>
                <a:spcPct val="79000"/>
              </a:lnSpc>
              <a:spcBef>
                <a:spcPts val="870"/>
              </a:spcBef>
            </a:pPr>
            <a:r>
              <a:rPr sz="3600" b="1" spc="-29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sz="3600" b="1" spc="-20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15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sz="3600" b="1" spc="-20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sz="3600" b="1" spc="-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8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 </a:t>
            </a:r>
            <a:r>
              <a:rPr sz="3600" b="1" spc="-17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ôn</a:t>
            </a:r>
            <a:r>
              <a:rPr sz="3600" b="1" spc="-19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6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sz="3600" b="1" spc="-19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23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sz="3600" b="1" spc="-19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1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tuyến </a:t>
            </a:r>
            <a:r>
              <a:rPr sz="3600" b="1" spc="-475" dirty="0">
                <a:solidFill>
                  <a:srgbClr val="2562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QuizCIT</a:t>
            </a:r>
            <a:endParaRPr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250" spc="-35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</a:t>
            </a:r>
            <a:r>
              <a:rPr sz="1200" spc="-35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</a:t>
            </a:r>
            <a:r>
              <a:rPr sz="1250" spc="-35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250" spc="-70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spc="-20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sz="1250" spc="-70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spc="-10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chuy</a:t>
            </a:r>
            <a:r>
              <a:rPr sz="1200" spc="-10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ể</a:t>
            </a:r>
            <a:r>
              <a:rPr sz="1250" spc="-10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250" spc="-70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50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sz="1200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ổ</a:t>
            </a:r>
            <a:r>
              <a:rPr sz="1250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250" spc="-70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200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ố</a:t>
            </a:r>
            <a:r>
              <a:rPr sz="1200" spc="5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spc="-25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sz="1250" spc="-65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spc="-35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giáo</a:t>
            </a:r>
            <a:r>
              <a:rPr sz="1250" spc="-70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200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ụ</a:t>
            </a:r>
            <a:r>
              <a:rPr sz="1250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250" spc="-70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50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sz="1200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ạ</a:t>
            </a:r>
            <a:r>
              <a:rPr sz="1250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250" spc="-70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50" spc="-25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sz="1200" spc="-25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ọ</a:t>
            </a:r>
            <a:r>
              <a:rPr sz="1250" spc="-25" dirty="0">
                <a:solidFill>
                  <a:srgbClr val="2426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sz="12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946638" y="3533138"/>
            <a:ext cx="4377055" cy="2468245"/>
            <a:chOff x="4946891" y="3533139"/>
            <a:chExt cx="4377055" cy="1280160"/>
          </a:xfrm>
        </p:grpSpPr>
        <p:sp>
          <p:nvSpPr>
            <p:cNvPr id="5" name="object 5"/>
            <p:cNvSpPr/>
            <p:nvPr/>
          </p:nvSpPr>
          <p:spPr>
            <a:xfrm>
              <a:off x="4946891" y="3533139"/>
              <a:ext cx="4377055" cy="1280160"/>
            </a:xfrm>
            <a:custGeom>
              <a:avLst/>
              <a:gdLst/>
              <a:ahLst/>
              <a:cxnLst/>
              <a:rect l="l" t="t" r="r" b="b"/>
              <a:pathLst>
                <a:path w="4377055" h="1280160">
                  <a:moveTo>
                    <a:pt x="4376928" y="33528"/>
                  </a:moveTo>
                  <a:lnTo>
                    <a:pt x="4313771" y="33528"/>
                  </a:lnTo>
                  <a:lnTo>
                    <a:pt x="4313771" y="1186929"/>
                  </a:lnTo>
                  <a:lnTo>
                    <a:pt x="4376928" y="1186929"/>
                  </a:lnTo>
                  <a:lnTo>
                    <a:pt x="4376928" y="33528"/>
                  </a:lnTo>
                  <a:close/>
                </a:path>
                <a:path w="4377055" h="1280160">
                  <a:moveTo>
                    <a:pt x="4376928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0" y="1187450"/>
                  </a:lnTo>
                  <a:lnTo>
                    <a:pt x="0" y="1280160"/>
                  </a:lnTo>
                  <a:lnTo>
                    <a:pt x="4376928" y="1280160"/>
                  </a:lnTo>
                  <a:lnTo>
                    <a:pt x="4376928" y="1187450"/>
                  </a:lnTo>
                  <a:lnTo>
                    <a:pt x="65163" y="1187450"/>
                  </a:lnTo>
                  <a:lnTo>
                    <a:pt x="65163" y="33020"/>
                  </a:lnTo>
                  <a:lnTo>
                    <a:pt x="4376928" y="33020"/>
                  </a:lnTo>
                  <a:lnTo>
                    <a:pt x="4376928" y="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04762" y="3559358"/>
              <a:ext cx="36830" cy="1168400"/>
            </a:xfrm>
            <a:custGeom>
              <a:avLst/>
              <a:gdLst/>
              <a:ahLst/>
              <a:cxnLst/>
              <a:rect l="l" t="t" r="r" b="b"/>
              <a:pathLst>
                <a:path w="36829" h="1168400">
                  <a:moveTo>
                    <a:pt x="36500" y="1168003"/>
                  </a:moveTo>
                  <a:lnTo>
                    <a:pt x="0" y="1168003"/>
                  </a:lnTo>
                  <a:lnTo>
                    <a:pt x="0" y="0"/>
                  </a:lnTo>
                  <a:lnTo>
                    <a:pt x="36500" y="0"/>
                  </a:lnTo>
                  <a:lnTo>
                    <a:pt x="36500" y="1168003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7263" y="3724684"/>
              <a:ext cx="262560" cy="12065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410200" y="3914775"/>
            <a:ext cx="1363980" cy="189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03835">
              <a:lnSpc>
                <a:spcPct val="110000"/>
              </a:lnSpc>
              <a:spcBef>
                <a:spcPts val="95"/>
              </a:spcBef>
            </a:pPr>
            <a:r>
              <a:rPr sz="1050" b="1" spc="-10" dirty="0">
                <a:solidFill>
                  <a:srgbClr val="465469"/>
                </a:solidFill>
                <a:latin typeface="Aptos Black" panose="020B0004020202020204" pitchFamily="34" charset="0"/>
                <a:cs typeface="Arial" panose="020B0604020202020204"/>
              </a:rPr>
              <a:t>Nhóm</a:t>
            </a:r>
            <a:r>
              <a:rPr sz="1050" b="1" spc="-45" dirty="0">
                <a:solidFill>
                  <a:srgbClr val="465469"/>
                </a:solidFill>
                <a:latin typeface="Aptos Black" panose="020B0004020202020204" pitchFamily="34" charset="0"/>
                <a:cs typeface="Arial" panose="020B0604020202020204"/>
              </a:rPr>
              <a:t> </a:t>
            </a:r>
            <a:r>
              <a:rPr sz="1050" b="1" spc="-20" dirty="0">
                <a:solidFill>
                  <a:srgbClr val="465469"/>
                </a:solidFill>
                <a:latin typeface="Aptos Black" panose="020B0004020202020204" pitchFamily="34" charset="0"/>
                <a:cs typeface="Arial" panose="020B0604020202020204"/>
              </a:rPr>
              <a:t>thực hiện</a:t>
            </a:r>
            <a:endParaRPr sz="1050">
              <a:latin typeface="Aptos Black" panose="020B0004020202020204" pitchFamily="34" charset="0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58186" y="3733590"/>
            <a:ext cx="1416685" cy="497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" sz="1050" i="1" spc="-50" dirty="0">
                <a:solidFill>
                  <a:srgbClr val="1D293B"/>
                </a:solidFill>
                <a:latin typeface="Arial" panose="020B0604020202020204"/>
                <a:cs typeface="Arial" panose="020B0604020202020204"/>
              </a:rPr>
              <a:t>CP</a:t>
            </a:r>
            <a:br>
              <a:rPr lang="en-US" altLang="" sz="1050" i="1" spc="-50" dirty="0">
                <a:solidFill>
                  <a:srgbClr val="1D293B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" sz="1050" i="1" spc="-50" dirty="0">
                <a:solidFill>
                  <a:srgbClr val="1D293B"/>
                </a:solidFill>
                <a:latin typeface="Arial" panose="020B0604020202020204"/>
                <a:cs typeface="Arial" panose="020B0604020202020204"/>
              </a:rPr>
              <a:t>HH</a:t>
            </a:r>
            <a:br>
              <a:rPr lang="en-US" altLang="" sz="1050" i="1" spc="-50" dirty="0">
                <a:solidFill>
                  <a:srgbClr val="1D293B"/>
                </a:solidFill>
                <a:latin typeface="Arial" panose="020B0604020202020204"/>
                <a:cs typeface="Arial" panose="020B0604020202020204"/>
              </a:rPr>
            </a:br>
            <a:r>
              <a:rPr lang="en-US" altLang="" sz="1050" i="1" spc="-50" dirty="0">
                <a:solidFill>
                  <a:srgbClr val="1D293B"/>
                </a:solidFill>
                <a:latin typeface="Arial" panose="020B0604020202020204"/>
                <a:cs typeface="Arial" panose="020B0604020202020204"/>
              </a:rPr>
              <a:t>....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5187263" y="4572260"/>
            <a:ext cx="123825" cy="772071"/>
            <a:chOff x="5187263" y="3774065"/>
            <a:chExt cx="123825" cy="772071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87263" y="3774065"/>
              <a:ext cx="123825" cy="1206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87263" y="4425486"/>
              <a:ext cx="104775" cy="12065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392308" y="4571335"/>
            <a:ext cx="893444" cy="1679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vi-VN" sz="1000" b="1" spc="-25">
                <a:solidFill>
                  <a:srgbClr val="465469"/>
                </a:solidFill>
                <a:latin typeface="Aptos Black" panose="020B0004020202020204" pitchFamily="34" charset="0"/>
                <a:cs typeface="Arial" panose="020B0604020202020204"/>
              </a:rPr>
              <a:t>Trường/ Khoa</a:t>
            </a:r>
            <a:endParaRPr sz="1000" b="1">
              <a:latin typeface="Aptos Black" panose="020B0004020202020204" pitchFamily="34" charset="0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84925" y="4572000"/>
            <a:ext cx="2901315" cy="3498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" sz="1050">
                <a:latin typeface="Arial" panose="020B0604020202020204"/>
                <a:cs typeface="Arial" panose="020B0604020202020204"/>
              </a:rPr>
              <a:t>Trường Công nghệ Thông tin và Truyền Thông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" sz="1050">
                <a:latin typeface="Arial" panose="020B0604020202020204"/>
                <a:cs typeface="Arial" panose="020B0604020202020204"/>
              </a:rPr>
              <a:t>Khoa Công nghệ phần mềm 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335163" y="5180846"/>
            <a:ext cx="593090" cy="1679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vi-VN" sz="1000" b="1" spc="-35">
                <a:solidFill>
                  <a:srgbClr val="465469"/>
                </a:solidFill>
                <a:latin typeface="Aptos Black" panose="020B0004020202020204" pitchFamily="34" charset="0"/>
                <a:cs typeface="Arial" panose="020B0604020202020204"/>
              </a:rPr>
              <a:t>Thời gian</a:t>
            </a:r>
            <a:endParaRPr sz="1000" b="1">
              <a:latin typeface="Aptos Black" panose="020B0004020202020204" pitchFamily="34" charset="0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42380" y="5181600"/>
            <a:ext cx="1878965" cy="174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" sz="1050">
                <a:latin typeface="Arial" panose="020B0604020202020204"/>
                <a:cs typeface="Arial" panose="020B0604020202020204"/>
              </a:rPr>
              <a:t>Dự kiến: 03/2026 - 08/2026 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218948" y="3688000"/>
            <a:ext cx="2192655" cy="19941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i="1" spc="-100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"Học</a:t>
            </a:r>
            <a:r>
              <a:rPr sz="1200" i="1" spc="-75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i="1" spc="-65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tập</a:t>
            </a:r>
            <a:r>
              <a:rPr sz="1200" i="1" spc="-70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i="1" spc="-85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hiệu</a:t>
            </a:r>
            <a:r>
              <a:rPr sz="1200" i="1" spc="-70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i="1" spc="-90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quả</a:t>
            </a:r>
            <a:r>
              <a:rPr sz="1200" i="1" spc="-55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i="1" spc="-110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1200" i="1" spc="-70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i="1" spc="-85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Kết</a:t>
            </a:r>
            <a:r>
              <a:rPr sz="1200" i="1" spc="-70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i="1" spc="-90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quả</a:t>
            </a:r>
            <a:r>
              <a:rPr sz="1200" i="1" spc="-55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i="1" spc="-35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tối</a:t>
            </a:r>
            <a:r>
              <a:rPr sz="1200" i="1" spc="-75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vi-VN" sz="1200" i="1" spc="-6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ưu</a:t>
            </a:r>
            <a:r>
              <a:rPr sz="1200" i="1" spc="-6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"</a:t>
            </a:r>
            <a:endParaRPr sz="1200" i="1" spc="-60" dirty="0">
              <a:solidFill>
                <a:srgbClr val="00B0F0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829034" y="2286092"/>
            <a:ext cx="1245235" cy="1112520"/>
            <a:chOff x="2008104" y="2301332"/>
            <a:chExt cx="1245235" cy="1112520"/>
          </a:xfrm>
        </p:grpSpPr>
        <p:pic>
          <p:nvPicPr>
            <p:cNvPr id="20" name="object 20"/>
            <p:cNvPicPr/>
            <p:nvPr/>
          </p:nvPicPr>
          <p:blipFill>
            <a:blip r:embed="rId6" cstate="print">
              <a:duotone>
                <a:prstClr val="black"/>
                <a:schemeClr val="tx2">
                  <a:lumMod val="60000"/>
                  <a:lumOff val="40000"/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2008104" y="2301332"/>
              <a:ext cx="914400" cy="64135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756356" y="2916957"/>
              <a:ext cx="481965" cy="481965"/>
            </a:xfrm>
            <a:custGeom>
              <a:avLst/>
              <a:gdLst/>
              <a:ahLst/>
              <a:cxnLst/>
              <a:rect l="l" t="t" r="r" b="b"/>
              <a:pathLst>
                <a:path w="481964" h="481964">
                  <a:moveTo>
                    <a:pt x="248790" y="481801"/>
                  </a:moveTo>
                  <a:lnTo>
                    <a:pt x="233010" y="481801"/>
                  </a:lnTo>
                  <a:lnTo>
                    <a:pt x="225140" y="481414"/>
                  </a:lnTo>
                  <a:lnTo>
                    <a:pt x="186164" y="475632"/>
                  </a:lnTo>
                  <a:lnTo>
                    <a:pt x="141422" y="460443"/>
                  </a:lnTo>
                  <a:lnTo>
                    <a:pt x="100502" y="436818"/>
                  </a:lnTo>
                  <a:lnTo>
                    <a:pt x="64979" y="405663"/>
                  </a:lnTo>
                  <a:lnTo>
                    <a:pt x="36215" y="368176"/>
                  </a:lnTo>
                  <a:lnTo>
                    <a:pt x="15318" y="325799"/>
                  </a:lnTo>
                  <a:lnTo>
                    <a:pt x="3089" y="280159"/>
                  </a:lnTo>
                  <a:lnTo>
                    <a:pt x="0" y="248790"/>
                  </a:lnTo>
                  <a:lnTo>
                    <a:pt x="0" y="233010"/>
                  </a:lnTo>
                  <a:lnTo>
                    <a:pt x="6167" y="186164"/>
                  </a:lnTo>
                  <a:lnTo>
                    <a:pt x="21356" y="141422"/>
                  </a:lnTo>
                  <a:lnTo>
                    <a:pt x="44982" y="100502"/>
                  </a:lnTo>
                  <a:lnTo>
                    <a:pt x="76137" y="64978"/>
                  </a:lnTo>
                  <a:lnTo>
                    <a:pt x="113623" y="36215"/>
                  </a:lnTo>
                  <a:lnTo>
                    <a:pt x="156000" y="15317"/>
                  </a:lnTo>
                  <a:lnTo>
                    <a:pt x="201641" y="3089"/>
                  </a:lnTo>
                  <a:lnTo>
                    <a:pt x="233010" y="0"/>
                  </a:lnTo>
                  <a:lnTo>
                    <a:pt x="248790" y="0"/>
                  </a:lnTo>
                  <a:lnTo>
                    <a:pt x="295636" y="6167"/>
                  </a:lnTo>
                  <a:lnTo>
                    <a:pt x="340378" y="21356"/>
                  </a:lnTo>
                  <a:lnTo>
                    <a:pt x="381297" y="44981"/>
                  </a:lnTo>
                  <a:lnTo>
                    <a:pt x="416822" y="76136"/>
                  </a:lnTo>
                  <a:lnTo>
                    <a:pt x="445585" y="113623"/>
                  </a:lnTo>
                  <a:lnTo>
                    <a:pt x="466482" y="156000"/>
                  </a:lnTo>
                  <a:lnTo>
                    <a:pt x="478711" y="201641"/>
                  </a:lnTo>
                  <a:lnTo>
                    <a:pt x="481801" y="233010"/>
                  </a:lnTo>
                  <a:lnTo>
                    <a:pt x="481801" y="240900"/>
                  </a:lnTo>
                  <a:lnTo>
                    <a:pt x="481801" y="248790"/>
                  </a:lnTo>
                  <a:lnTo>
                    <a:pt x="475633" y="295635"/>
                  </a:lnTo>
                  <a:lnTo>
                    <a:pt x="460444" y="340377"/>
                  </a:lnTo>
                  <a:lnTo>
                    <a:pt x="436818" y="381297"/>
                  </a:lnTo>
                  <a:lnTo>
                    <a:pt x="405664" y="416821"/>
                  </a:lnTo>
                  <a:lnTo>
                    <a:pt x="368177" y="445585"/>
                  </a:lnTo>
                  <a:lnTo>
                    <a:pt x="325800" y="466482"/>
                  </a:lnTo>
                  <a:lnTo>
                    <a:pt x="280159" y="478711"/>
                  </a:lnTo>
                  <a:lnTo>
                    <a:pt x="256661" y="481414"/>
                  </a:lnTo>
                  <a:lnTo>
                    <a:pt x="248790" y="4818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56356" y="2916957"/>
              <a:ext cx="481965" cy="481965"/>
            </a:xfrm>
            <a:custGeom>
              <a:avLst/>
              <a:gdLst/>
              <a:ahLst/>
              <a:cxnLst/>
              <a:rect l="l" t="t" r="r" b="b"/>
              <a:pathLst>
                <a:path w="481964" h="481964">
                  <a:moveTo>
                    <a:pt x="481801" y="240900"/>
                  </a:moveTo>
                  <a:lnTo>
                    <a:pt x="481801" y="248790"/>
                  </a:lnTo>
                  <a:lnTo>
                    <a:pt x="481414" y="256661"/>
                  </a:lnTo>
                  <a:lnTo>
                    <a:pt x="480641" y="264513"/>
                  </a:lnTo>
                  <a:lnTo>
                    <a:pt x="479868" y="272364"/>
                  </a:lnTo>
                  <a:lnTo>
                    <a:pt x="478711" y="280159"/>
                  </a:lnTo>
                  <a:lnTo>
                    <a:pt x="477172" y="287897"/>
                  </a:lnTo>
                  <a:lnTo>
                    <a:pt x="475633" y="295635"/>
                  </a:lnTo>
                  <a:lnTo>
                    <a:pt x="463463" y="333088"/>
                  </a:lnTo>
                  <a:lnTo>
                    <a:pt x="460444" y="340377"/>
                  </a:lnTo>
                  <a:lnTo>
                    <a:pt x="441201" y="374737"/>
                  </a:lnTo>
                  <a:lnTo>
                    <a:pt x="436818" y="381297"/>
                  </a:lnTo>
                  <a:lnTo>
                    <a:pt x="411242" y="411242"/>
                  </a:lnTo>
                  <a:lnTo>
                    <a:pt x="405664" y="416821"/>
                  </a:lnTo>
                  <a:lnTo>
                    <a:pt x="374737" y="441201"/>
                  </a:lnTo>
                  <a:lnTo>
                    <a:pt x="368177" y="445585"/>
                  </a:lnTo>
                  <a:lnTo>
                    <a:pt x="361418" y="449636"/>
                  </a:lnTo>
                  <a:lnTo>
                    <a:pt x="354460" y="453355"/>
                  </a:lnTo>
                  <a:lnTo>
                    <a:pt x="347502" y="457075"/>
                  </a:lnTo>
                  <a:lnTo>
                    <a:pt x="340378" y="460444"/>
                  </a:lnTo>
                  <a:lnTo>
                    <a:pt x="333089" y="463463"/>
                  </a:lnTo>
                  <a:lnTo>
                    <a:pt x="325800" y="466482"/>
                  </a:lnTo>
                  <a:lnTo>
                    <a:pt x="318380" y="469137"/>
                  </a:lnTo>
                  <a:lnTo>
                    <a:pt x="310830" y="471428"/>
                  </a:lnTo>
                  <a:lnTo>
                    <a:pt x="303280" y="473718"/>
                  </a:lnTo>
                  <a:lnTo>
                    <a:pt x="295636" y="475633"/>
                  </a:lnTo>
                  <a:lnTo>
                    <a:pt x="287897" y="477172"/>
                  </a:lnTo>
                  <a:lnTo>
                    <a:pt x="280159" y="478711"/>
                  </a:lnTo>
                  <a:lnTo>
                    <a:pt x="272364" y="479867"/>
                  </a:lnTo>
                  <a:lnTo>
                    <a:pt x="264513" y="480641"/>
                  </a:lnTo>
                  <a:lnTo>
                    <a:pt x="256661" y="481414"/>
                  </a:lnTo>
                  <a:lnTo>
                    <a:pt x="248790" y="481801"/>
                  </a:lnTo>
                  <a:lnTo>
                    <a:pt x="240900" y="481801"/>
                  </a:lnTo>
                  <a:lnTo>
                    <a:pt x="233010" y="481801"/>
                  </a:lnTo>
                  <a:lnTo>
                    <a:pt x="193902" y="477172"/>
                  </a:lnTo>
                  <a:lnTo>
                    <a:pt x="170970" y="471427"/>
                  </a:lnTo>
                  <a:lnTo>
                    <a:pt x="163420" y="469137"/>
                  </a:lnTo>
                  <a:lnTo>
                    <a:pt x="127340" y="453355"/>
                  </a:lnTo>
                  <a:lnTo>
                    <a:pt x="120382" y="449636"/>
                  </a:lnTo>
                  <a:lnTo>
                    <a:pt x="113623" y="445585"/>
                  </a:lnTo>
                  <a:lnTo>
                    <a:pt x="107063" y="441201"/>
                  </a:lnTo>
                  <a:lnTo>
                    <a:pt x="100502" y="436818"/>
                  </a:lnTo>
                  <a:lnTo>
                    <a:pt x="70558" y="411242"/>
                  </a:lnTo>
                  <a:lnTo>
                    <a:pt x="64979" y="405663"/>
                  </a:lnTo>
                  <a:lnTo>
                    <a:pt x="59686" y="399825"/>
                  </a:lnTo>
                  <a:lnTo>
                    <a:pt x="54681" y="393726"/>
                  </a:lnTo>
                  <a:lnTo>
                    <a:pt x="49676" y="387627"/>
                  </a:lnTo>
                  <a:lnTo>
                    <a:pt x="28445" y="354459"/>
                  </a:lnTo>
                  <a:lnTo>
                    <a:pt x="12663" y="318380"/>
                  </a:lnTo>
                  <a:lnTo>
                    <a:pt x="3089" y="280159"/>
                  </a:lnTo>
                  <a:lnTo>
                    <a:pt x="0" y="248790"/>
                  </a:lnTo>
                  <a:lnTo>
                    <a:pt x="0" y="240900"/>
                  </a:lnTo>
                  <a:lnTo>
                    <a:pt x="0" y="233010"/>
                  </a:lnTo>
                  <a:lnTo>
                    <a:pt x="4628" y="193902"/>
                  </a:lnTo>
                  <a:lnTo>
                    <a:pt x="15318" y="156000"/>
                  </a:lnTo>
                  <a:lnTo>
                    <a:pt x="28445" y="127340"/>
                  </a:lnTo>
                  <a:lnTo>
                    <a:pt x="32164" y="120382"/>
                  </a:lnTo>
                  <a:lnTo>
                    <a:pt x="54681" y="88074"/>
                  </a:lnTo>
                  <a:lnTo>
                    <a:pt x="59686" y="81975"/>
                  </a:lnTo>
                  <a:lnTo>
                    <a:pt x="88074" y="54681"/>
                  </a:lnTo>
                  <a:lnTo>
                    <a:pt x="120382" y="32164"/>
                  </a:lnTo>
                  <a:lnTo>
                    <a:pt x="156000" y="15318"/>
                  </a:lnTo>
                  <a:lnTo>
                    <a:pt x="193902" y="4628"/>
                  </a:lnTo>
                  <a:lnTo>
                    <a:pt x="217288" y="1160"/>
                  </a:lnTo>
                  <a:lnTo>
                    <a:pt x="225140" y="386"/>
                  </a:lnTo>
                  <a:lnTo>
                    <a:pt x="233010" y="0"/>
                  </a:lnTo>
                  <a:lnTo>
                    <a:pt x="240900" y="0"/>
                  </a:lnTo>
                  <a:lnTo>
                    <a:pt x="248790" y="0"/>
                  </a:lnTo>
                  <a:lnTo>
                    <a:pt x="287897" y="4628"/>
                  </a:lnTo>
                  <a:lnTo>
                    <a:pt x="310830" y="10373"/>
                  </a:lnTo>
                  <a:lnTo>
                    <a:pt x="318380" y="12663"/>
                  </a:lnTo>
                  <a:lnTo>
                    <a:pt x="354460" y="28445"/>
                  </a:lnTo>
                  <a:lnTo>
                    <a:pt x="361418" y="32164"/>
                  </a:lnTo>
                  <a:lnTo>
                    <a:pt x="393726" y="54681"/>
                  </a:lnTo>
                  <a:lnTo>
                    <a:pt x="411242" y="70557"/>
                  </a:lnTo>
                  <a:lnTo>
                    <a:pt x="416822" y="76136"/>
                  </a:lnTo>
                  <a:lnTo>
                    <a:pt x="441202" y="107063"/>
                  </a:lnTo>
                  <a:lnTo>
                    <a:pt x="453355" y="127341"/>
                  </a:lnTo>
                  <a:lnTo>
                    <a:pt x="457075" y="134299"/>
                  </a:lnTo>
                  <a:lnTo>
                    <a:pt x="460444" y="141422"/>
                  </a:lnTo>
                  <a:lnTo>
                    <a:pt x="463463" y="148711"/>
                  </a:lnTo>
                  <a:lnTo>
                    <a:pt x="466482" y="156001"/>
                  </a:lnTo>
                  <a:lnTo>
                    <a:pt x="477172" y="193903"/>
                  </a:lnTo>
                  <a:lnTo>
                    <a:pt x="478711" y="201641"/>
                  </a:lnTo>
                  <a:lnTo>
                    <a:pt x="479868" y="209436"/>
                  </a:lnTo>
                  <a:lnTo>
                    <a:pt x="480641" y="217288"/>
                  </a:lnTo>
                  <a:lnTo>
                    <a:pt x="481414" y="225140"/>
                  </a:lnTo>
                  <a:lnTo>
                    <a:pt x="481801" y="233010"/>
                  </a:lnTo>
                  <a:lnTo>
                    <a:pt x="481801" y="240900"/>
                  </a:lnTo>
                  <a:close/>
                </a:path>
              </a:pathLst>
            </a:custGeom>
            <a:ln w="29200">
              <a:solidFill>
                <a:srgbClr val="1D3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2857206" y="3057182"/>
              <a:ext cx="279400" cy="1968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19000" r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88778" y="5276008"/>
            <a:ext cx="290830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850" dirty="0">
                <a:solidFill>
                  <a:srgbClr val="50535B"/>
                </a:solidFill>
                <a:latin typeface="Roboto Lt"/>
                <a:cs typeface="Roboto Lt"/>
              </a:rPr>
              <a:t>2</a:t>
            </a:r>
            <a:r>
              <a:rPr sz="850" spc="-45" dirty="0">
                <a:solidFill>
                  <a:srgbClr val="50535B"/>
                </a:solidFill>
                <a:latin typeface="Roboto Lt"/>
                <a:cs typeface="Roboto Lt"/>
              </a:rPr>
              <a:t> </a:t>
            </a:r>
            <a:r>
              <a:rPr sz="850" dirty="0">
                <a:solidFill>
                  <a:srgbClr val="50535B"/>
                </a:solidFill>
                <a:latin typeface="Roboto Lt"/>
                <a:cs typeface="Roboto Lt"/>
              </a:rPr>
              <a:t>/</a:t>
            </a:r>
            <a:r>
              <a:rPr sz="850" spc="-45" dirty="0">
                <a:solidFill>
                  <a:srgbClr val="50535B"/>
                </a:solidFill>
                <a:latin typeface="Roboto Lt"/>
                <a:cs typeface="Roboto Lt"/>
              </a:rPr>
              <a:t> </a:t>
            </a:r>
            <a:r>
              <a:rPr sz="850" spc="-25" dirty="0">
                <a:solidFill>
                  <a:srgbClr val="50535B"/>
                </a:solidFill>
                <a:latin typeface="Roboto Lt"/>
                <a:cs typeface="Roboto Lt"/>
              </a:rPr>
              <a:t>10</a:t>
            </a:r>
            <a:endParaRPr sz="850">
              <a:latin typeface="Roboto Lt"/>
              <a:cs typeface="Roboto L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6447" y="1441703"/>
            <a:ext cx="8787383" cy="35173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97861" y="1163348"/>
            <a:ext cx="4558665" cy="114755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020">
              <a:lnSpc>
                <a:spcPts val="1560"/>
              </a:lnSpc>
              <a:spcBef>
                <a:spcPts val="105"/>
              </a:spcBef>
            </a:pPr>
            <a:r>
              <a:rPr sz="900" b="1" spc="90" dirty="0">
                <a:solidFill>
                  <a:srgbClr val="4F5864"/>
                </a:solidFill>
                <a:latin typeface="+mj-lt"/>
                <a:cs typeface="Arial" panose="020B0604020202020204"/>
              </a:rPr>
              <a:t>Đ</a:t>
            </a:r>
            <a:r>
              <a:rPr sz="900" b="1" spc="90" dirty="0">
                <a:solidFill>
                  <a:srgbClr val="4F5864"/>
                </a:solidFill>
                <a:latin typeface="+mj-lt"/>
                <a:cs typeface="Tahoma" panose="020B0604030504040204"/>
              </a:rPr>
              <a:t>ẶT</a:t>
            </a:r>
            <a:r>
              <a:rPr sz="900" b="1" spc="210" dirty="0">
                <a:solidFill>
                  <a:srgbClr val="4F5864"/>
                </a:solidFill>
                <a:latin typeface="+mj-lt"/>
                <a:cs typeface="Tahoma" panose="020B0604030504040204"/>
              </a:rPr>
              <a:t> </a:t>
            </a:r>
            <a:r>
              <a:rPr sz="900" b="1" spc="60">
                <a:solidFill>
                  <a:srgbClr val="4F5864"/>
                </a:solidFill>
                <a:latin typeface="+mj-lt"/>
                <a:cs typeface="Tahoma" panose="020B0604030504040204"/>
              </a:rPr>
              <a:t>VẤN</a:t>
            </a:r>
            <a:r>
              <a:rPr sz="900" b="1" spc="210">
                <a:solidFill>
                  <a:srgbClr val="4F5864"/>
                </a:solidFill>
                <a:latin typeface="+mj-lt"/>
                <a:cs typeface="Tahoma" panose="020B0604030504040204"/>
              </a:rPr>
              <a:t> </a:t>
            </a:r>
            <a:r>
              <a:rPr sz="900" b="1" spc="60">
                <a:solidFill>
                  <a:srgbClr val="4F5864"/>
                </a:solidFill>
                <a:latin typeface="+mj-lt"/>
                <a:cs typeface="Arial" panose="020B0604020202020204"/>
              </a:rPr>
              <a:t>Đ</a:t>
            </a:r>
            <a:r>
              <a:rPr sz="900" b="1" spc="60">
                <a:solidFill>
                  <a:srgbClr val="4F5864"/>
                </a:solidFill>
                <a:latin typeface="+mj-lt"/>
                <a:cs typeface="Tahoma" panose="020B0604030504040204"/>
              </a:rPr>
              <a:t>Ề</a:t>
            </a:r>
            <a:endParaRPr lang="vi-VN" sz="900" b="1" spc="60">
              <a:solidFill>
                <a:srgbClr val="4F5864"/>
              </a:solidFill>
              <a:latin typeface="+mj-lt"/>
              <a:cs typeface="Tahoma" panose="020B0604030504040204"/>
            </a:endParaRPr>
          </a:p>
          <a:p>
            <a:pPr marL="414020">
              <a:lnSpc>
                <a:spcPts val="1560"/>
              </a:lnSpc>
              <a:spcBef>
                <a:spcPts val="105"/>
              </a:spcBef>
            </a:pPr>
            <a:endParaRPr lang="vi-VN" sz="900" b="1" spc="60">
              <a:solidFill>
                <a:srgbClr val="4F5864"/>
              </a:solidFill>
              <a:latin typeface="+mj-lt"/>
              <a:cs typeface="Tahoma" panose="020B0604030504040204"/>
            </a:endParaRPr>
          </a:p>
          <a:p>
            <a:pPr marL="414020">
              <a:lnSpc>
                <a:spcPts val="1560"/>
              </a:lnSpc>
              <a:spcBef>
                <a:spcPts val="105"/>
              </a:spcBef>
            </a:pPr>
            <a:endParaRPr lang="vi-VN" sz="900" b="1" spc="60">
              <a:solidFill>
                <a:srgbClr val="002060"/>
              </a:solidFill>
              <a:latin typeface="+mj-lt"/>
              <a:cs typeface="Tahoma" panose="020B0604030504040204"/>
            </a:endParaRPr>
          </a:p>
          <a:p>
            <a:pPr marL="414020">
              <a:lnSpc>
                <a:spcPts val="1560"/>
              </a:lnSpc>
              <a:spcBef>
                <a:spcPts val="105"/>
              </a:spcBef>
            </a:pPr>
            <a:r>
              <a:rPr lang="vi-VN" sz="3600" b="1" spc="60">
                <a:solidFill>
                  <a:srgbClr val="002060"/>
                </a:solidFill>
                <a:latin typeface="+mj-lt"/>
                <a:cs typeface="Tahoma" panose="020B0604030504040204"/>
              </a:rPr>
              <a:t>Bối cảnh nghiên cứu</a:t>
            </a:r>
            <a:endParaRPr lang="vi-VN" sz="900">
              <a:solidFill>
                <a:srgbClr val="002060"/>
              </a:solidFill>
              <a:latin typeface="+mj-lt"/>
              <a:cs typeface="Tahoma" panose="020B0604030504040204"/>
            </a:endParaRPr>
          </a:p>
          <a:p>
            <a:pPr marL="414020">
              <a:lnSpc>
                <a:spcPts val="1560"/>
              </a:lnSpc>
              <a:spcBef>
                <a:spcPts val="105"/>
              </a:spcBef>
            </a:pPr>
            <a:endParaRPr lang="vi-VN" sz="3600" b="1" spc="60">
              <a:solidFill>
                <a:srgbClr val="4F5864"/>
              </a:solidFill>
              <a:latin typeface="+mj-lt"/>
              <a:cs typeface="Tahoma" panose="020B060403050404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4894" y="1621904"/>
            <a:ext cx="4822448" cy="2958842"/>
            <a:chOff x="813529" y="1576819"/>
            <a:chExt cx="4822448" cy="2958842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61352" y="2469368"/>
              <a:ext cx="174625" cy="1778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85477" y="4380086"/>
              <a:ext cx="222250" cy="1555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3529" y="1576819"/>
              <a:ext cx="3491453" cy="291399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335163" y="2396540"/>
            <a:ext cx="3488690" cy="49250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0"/>
              </a:spcBef>
            </a:pPr>
            <a:r>
              <a:rPr sz="1400" spc="-80" dirty="0">
                <a:solidFill>
                  <a:srgbClr val="334054"/>
                </a:solidFill>
                <a:latin typeface="+mn-lt"/>
                <a:cs typeface="Roboto Lt"/>
              </a:rPr>
              <a:t>Xu</a:t>
            </a:r>
            <a:r>
              <a:rPr sz="1400" spc="-15" dirty="0">
                <a:solidFill>
                  <a:srgbClr val="334054"/>
                </a:solidFill>
                <a:latin typeface="+mn-lt"/>
                <a:cs typeface="Roboto Lt"/>
              </a:rPr>
              <a:t> </a:t>
            </a:r>
            <a:r>
              <a:rPr sz="1400" spc="-80" dirty="0">
                <a:solidFill>
                  <a:srgbClr val="334054"/>
                </a:solidFill>
                <a:latin typeface="+mn-lt"/>
                <a:cs typeface="Roboto Lt"/>
              </a:rPr>
              <a:t>h</a:t>
            </a:r>
            <a:r>
              <a:rPr sz="1400" spc="-80" dirty="0">
                <a:solidFill>
                  <a:srgbClr val="334054"/>
                </a:solidFill>
                <a:latin typeface="+mn-lt"/>
                <a:cs typeface="Lucida Sans Unicode" panose="020B0602030504020204"/>
              </a:rPr>
              <a:t>ư</a:t>
            </a:r>
            <a:r>
              <a:rPr sz="1400" spc="-80" dirty="0">
                <a:solidFill>
                  <a:srgbClr val="334054"/>
                </a:solidFill>
                <a:latin typeface="+mn-lt"/>
                <a:cs typeface="Microsoft Sans Serif" panose="020B0604020202020204"/>
              </a:rPr>
              <a:t>ớ</a:t>
            </a:r>
            <a:r>
              <a:rPr sz="1400" spc="-80" dirty="0">
                <a:solidFill>
                  <a:srgbClr val="334054"/>
                </a:solidFill>
                <a:latin typeface="+mn-lt"/>
                <a:cs typeface="Roboto Lt"/>
              </a:rPr>
              <a:t>ng</a:t>
            </a:r>
            <a:r>
              <a:rPr lang="en-US" altLang="" sz="1400" spc="-80" dirty="0">
                <a:solidFill>
                  <a:srgbClr val="334054"/>
                </a:solidFill>
                <a:latin typeface="+mn-lt"/>
                <a:cs typeface="Roboto Lt"/>
              </a:rPr>
              <a:t> </a:t>
            </a:r>
            <a:r>
              <a:rPr lang="en-US" altLang="" sz="1400" b="1" spc="-80" dirty="0">
                <a:solidFill>
                  <a:srgbClr val="2756DA"/>
                </a:solidFill>
                <a:latin typeface="+mn-lt"/>
                <a:cs typeface="Roboto Lt"/>
              </a:rPr>
              <a:t>ứng dụng công nghệ</a:t>
            </a:r>
            <a:r>
              <a:rPr sz="1400" spc="-35" dirty="0">
                <a:solidFill>
                  <a:srgbClr val="2756DA"/>
                </a:solidFill>
                <a:latin typeface="+mn-lt"/>
                <a:cs typeface="Microsoft Sans Serif" panose="020B0604020202020204"/>
              </a:rPr>
              <a:t> </a:t>
            </a:r>
            <a:r>
              <a:rPr sz="1400" spc="-55" dirty="0">
                <a:solidFill>
                  <a:srgbClr val="334054"/>
                </a:solidFill>
                <a:latin typeface="+mn-lt"/>
                <a:cs typeface="Roboto Lt"/>
              </a:rPr>
              <a:t>trong</a:t>
            </a:r>
            <a:r>
              <a:rPr sz="1400" spc="-15" dirty="0">
                <a:solidFill>
                  <a:srgbClr val="334054"/>
                </a:solidFill>
                <a:latin typeface="+mn-lt"/>
                <a:cs typeface="Roboto Lt"/>
              </a:rPr>
              <a:t> </a:t>
            </a:r>
            <a:r>
              <a:rPr sz="1400" spc="-60" dirty="0">
                <a:solidFill>
                  <a:srgbClr val="334054"/>
                </a:solidFill>
                <a:latin typeface="+mn-lt"/>
                <a:cs typeface="Roboto Lt"/>
              </a:rPr>
              <a:t>giáo</a:t>
            </a:r>
            <a:r>
              <a:rPr sz="1400" spc="-15" dirty="0">
                <a:solidFill>
                  <a:srgbClr val="334054"/>
                </a:solidFill>
                <a:latin typeface="+mn-lt"/>
                <a:cs typeface="Roboto Lt"/>
              </a:rPr>
              <a:t> </a:t>
            </a:r>
            <a:r>
              <a:rPr sz="1400" spc="-60" dirty="0">
                <a:solidFill>
                  <a:srgbClr val="334054"/>
                </a:solidFill>
                <a:latin typeface="+mn-lt"/>
                <a:cs typeface="Roboto Lt"/>
              </a:rPr>
              <a:t>d</a:t>
            </a:r>
            <a:r>
              <a:rPr sz="1400" spc="-60" dirty="0">
                <a:solidFill>
                  <a:srgbClr val="334054"/>
                </a:solidFill>
                <a:latin typeface="+mn-lt"/>
                <a:cs typeface="Microsoft Sans Serif" panose="020B0604020202020204"/>
              </a:rPr>
              <a:t>ụ</a:t>
            </a:r>
            <a:r>
              <a:rPr sz="1400" spc="-60" dirty="0">
                <a:solidFill>
                  <a:srgbClr val="334054"/>
                </a:solidFill>
                <a:latin typeface="+mn-lt"/>
                <a:cs typeface="Roboto Lt"/>
              </a:rPr>
              <a:t>c</a:t>
            </a:r>
            <a:r>
              <a:rPr sz="1400" spc="-15" dirty="0">
                <a:solidFill>
                  <a:srgbClr val="334054"/>
                </a:solidFill>
                <a:latin typeface="+mn-lt"/>
                <a:cs typeface="Roboto Lt"/>
              </a:rPr>
              <a:t> </a:t>
            </a:r>
            <a:r>
              <a:rPr sz="1400" spc="-50" dirty="0">
                <a:solidFill>
                  <a:srgbClr val="334054"/>
                </a:solidFill>
                <a:latin typeface="+mn-lt"/>
                <a:cs typeface="Lucida Sans Unicode" panose="020B0602030504020204"/>
              </a:rPr>
              <a:t>đ</a:t>
            </a:r>
            <a:r>
              <a:rPr sz="1400" spc="-50" dirty="0">
                <a:solidFill>
                  <a:srgbClr val="334054"/>
                </a:solidFill>
                <a:latin typeface="+mn-lt"/>
                <a:cs typeface="Microsoft Sans Serif" panose="020B0604020202020204"/>
              </a:rPr>
              <a:t>ạ</a:t>
            </a:r>
            <a:r>
              <a:rPr sz="1400" spc="-50" dirty="0">
                <a:solidFill>
                  <a:srgbClr val="334054"/>
                </a:solidFill>
                <a:latin typeface="+mn-lt"/>
                <a:cs typeface="Roboto Lt"/>
              </a:rPr>
              <a:t>i </a:t>
            </a:r>
            <a:r>
              <a:rPr sz="1400" spc="-60" dirty="0">
                <a:solidFill>
                  <a:srgbClr val="334054"/>
                </a:solidFill>
                <a:latin typeface="+mn-lt"/>
                <a:cs typeface="Roboto Lt"/>
              </a:rPr>
              <a:t>h</a:t>
            </a:r>
            <a:r>
              <a:rPr sz="1400" spc="-60" dirty="0">
                <a:solidFill>
                  <a:srgbClr val="334054"/>
                </a:solidFill>
                <a:latin typeface="+mn-lt"/>
                <a:cs typeface="Microsoft Sans Serif" panose="020B0604020202020204"/>
              </a:rPr>
              <a:t>ọ</a:t>
            </a:r>
            <a:r>
              <a:rPr sz="1400" spc="-60" dirty="0">
                <a:solidFill>
                  <a:srgbClr val="334054"/>
                </a:solidFill>
                <a:latin typeface="+mn-lt"/>
                <a:cs typeface="Roboto Lt"/>
              </a:rPr>
              <a:t>c</a:t>
            </a:r>
            <a:r>
              <a:rPr sz="1400" spc="-20" dirty="0">
                <a:solidFill>
                  <a:srgbClr val="334054"/>
                </a:solidFill>
                <a:latin typeface="+mn-lt"/>
                <a:cs typeface="Roboto Lt"/>
              </a:rPr>
              <a:t>.</a:t>
            </a:r>
            <a:endParaRPr sz="1400">
              <a:latin typeface="+mn-lt"/>
              <a:cs typeface="Roboto L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35163" y="3323643"/>
            <a:ext cx="3476625" cy="49250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0"/>
              </a:spcBef>
            </a:pPr>
            <a:r>
              <a:rPr sz="1400" spc="-65" dirty="0">
                <a:solidFill>
                  <a:srgbClr val="334054"/>
                </a:solidFill>
                <a:latin typeface="+mn-lt"/>
                <a:cs typeface="Roboto Lt"/>
              </a:rPr>
              <a:t>Hình</a:t>
            </a:r>
            <a:r>
              <a:rPr sz="1400" spc="-15" dirty="0">
                <a:solidFill>
                  <a:srgbClr val="334054"/>
                </a:solidFill>
                <a:latin typeface="+mn-lt"/>
                <a:cs typeface="Roboto Lt"/>
              </a:rPr>
              <a:t> </a:t>
            </a:r>
            <a:r>
              <a:rPr sz="1400" spc="-45" dirty="0">
                <a:solidFill>
                  <a:srgbClr val="334054"/>
                </a:solidFill>
                <a:latin typeface="+mn-lt"/>
                <a:cs typeface="Roboto Lt"/>
              </a:rPr>
              <a:t>th</a:t>
            </a:r>
            <a:r>
              <a:rPr sz="1400" spc="-45" dirty="0">
                <a:solidFill>
                  <a:srgbClr val="334054"/>
                </a:solidFill>
                <a:latin typeface="+mn-lt"/>
                <a:cs typeface="Microsoft Sans Serif" panose="020B0604020202020204"/>
              </a:rPr>
              <a:t>ứ</a:t>
            </a:r>
            <a:r>
              <a:rPr sz="1400" spc="-45" dirty="0">
                <a:solidFill>
                  <a:srgbClr val="334054"/>
                </a:solidFill>
                <a:latin typeface="+mn-lt"/>
                <a:cs typeface="Roboto Lt"/>
              </a:rPr>
              <a:t>c</a:t>
            </a:r>
            <a:r>
              <a:rPr sz="1400" spc="-10" dirty="0">
                <a:solidFill>
                  <a:srgbClr val="334054"/>
                </a:solidFill>
                <a:latin typeface="+mn-lt"/>
                <a:cs typeface="Roboto Lt"/>
              </a:rPr>
              <a:t> </a:t>
            </a:r>
            <a:r>
              <a:rPr sz="1400" b="1" spc="-70" dirty="0">
                <a:solidFill>
                  <a:srgbClr val="1C4ED8"/>
                </a:solidFill>
                <a:latin typeface="+mn-lt"/>
                <a:cs typeface="Roboto"/>
              </a:rPr>
              <a:t>h</a:t>
            </a:r>
            <a:r>
              <a:rPr sz="1400" b="1" spc="-70" dirty="0">
                <a:solidFill>
                  <a:srgbClr val="1C4ED8"/>
                </a:solidFill>
                <a:latin typeface="+mn-lt"/>
                <a:cs typeface="Arial" panose="020B0604020202020204"/>
              </a:rPr>
              <a:t>ọ</a:t>
            </a:r>
            <a:r>
              <a:rPr sz="1400" b="1" spc="-70" dirty="0">
                <a:solidFill>
                  <a:srgbClr val="1C4ED8"/>
                </a:solidFill>
                <a:latin typeface="+mn-lt"/>
                <a:cs typeface="Roboto"/>
              </a:rPr>
              <a:t>c</a:t>
            </a:r>
            <a:r>
              <a:rPr sz="1400" b="1" spc="-10" dirty="0">
                <a:solidFill>
                  <a:srgbClr val="1C4ED8"/>
                </a:solidFill>
                <a:latin typeface="+mn-lt"/>
                <a:cs typeface="Roboto"/>
              </a:rPr>
              <a:t> </a:t>
            </a:r>
            <a:r>
              <a:rPr sz="1400" b="1" spc="-80" dirty="0">
                <a:solidFill>
                  <a:srgbClr val="1C4ED8"/>
                </a:solidFill>
                <a:latin typeface="+mn-lt"/>
                <a:cs typeface="Roboto"/>
              </a:rPr>
              <a:t>tr</a:t>
            </a:r>
            <a:r>
              <a:rPr sz="1400" b="1" spc="-80" dirty="0">
                <a:solidFill>
                  <a:srgbClr val="1C4ED8"/>
                </a:solidFill>
                <a:latin typeface="+mn-lt"/>
                <a:cs typeface="Arial" panose="020B0604020202020204"/>
              </a:rPr>
              <a:t>ự</a:t>
            </a:r>
            <a:r>
              <a:rPr sz="1400" b="1" spc="-80" dirty="0">
                <a:solidFill>
                  <a:srgbClr val="1C4ED8"/>
                </a:solidFill>
                <a:latin typeface="+mn-lt"/>
                <a:cs typeface="Roboto"/>
              </a:rPr>
              <a:t>c</a:t>
            </a:r>
            <a:r>
              <a:rPr sz="1400" b="1" spc="-10" dirty="0">
                <a:solidFill>
                  <a:srgbClr val="1C4ED8"/>
                </a:solidFill>
                <a:latin typeface="+mn-lt"/>
                <a:cs typeface="Roboto"/>
              </a:rPr>
              <a:t> </a:t>
            </a:r>
            <a:r>
              <a:rPr sz="1400" b="1" spc="-65" dirty="0">
                <a:solidFill>
                  <a:srgbClr val="1C4ED8"/>
                </a:solidFill>
                <a:latin typeface="+mn-lt"/>
                <a:cs typeface="Roboto"/>
              </a:rPr>
              <a:t>tuy</a:t>
            </a:r>
            <a:r>
              <a:rPr sz="1400" b="1" spc="-65" dirty="0">
                <a:solidFill>
                  <a:srgbClr val="1C4ED8"/>
                </a:solidFill>
                <a:latin typeface="+mn-lt"/>
                <a:cs typeface="Arial" panose="020B0604020202020204"/>
              </a:rPr>
              <a:t>ế</a:t>
            </a:r>
            <a:r>
              <a:rPr sz="1400" b="1" spc="-65" dirty="0">
                <a:solidFill>
                  <a:srgbClr val="1C4ED8"/>
                </a:solidFill>
                <a:latin typeface="+mn-lt"/>
                <a:cs typeface="Roboto"/>
              </a:rPr>
              <a:t>n</a:t>
            </a:r>
            <a:r>
              <a:rPr sz="1400" b="1" spc="-5" dirty="0">
                <a:solidFill>
                  <a:srgbClr val="1C4ED8"/>
                </a:solidFill>
                <a:latin typeface="+mn-lt"/>
                <a:cs typeface="Roboto"/>
              </a:rPr>
              <a:t> </a:t>
            </a:r>
            <a:r>
              <a:rPr sz="1400" spc="-75" dirty="0">
                <a:solidFill>
                  <a:srgbClr val="334054"/>
                </a:solidFill>
                <a:latin typeface="+mn-lt"/>
                <a:cs typeface="Roboto Lt"/>
              </a:rPr>
              <a:t>và</a:t>
            </a:r>
            <a:r>
              <a:rPr sz="1400" spc="-10" dirty="0">
                <a:solidFill>
                  <a:srgbClr val="334054"/>
                </a:solidFill>
                <a:latin typeface="+mn-lt"/>
                <a:cs typeface="Roboto Lt"/>
              </a:rPr>
              <a:t> </a:t>
            </a:r>
            <a:r>
              <a:rPr lang="en-US" altLang="" sz="1400" spc="-10" dirty="0">
                <a:solidFill>
                  <a:srgbClr val="334054"/>
                </a:solidFill>
                <a:latin typeface="+mn-lt"/>
                <a:cs typeface="Roboto Lt"/>
              </a:rPr>
              <a:t>nhu cầu tự học tăng cao</a:t>
            </a:r>
            <a:r>
              <a:rPr sz="1400" spc="-20" dirty="0">
                <a:solidFill>
                  <a:srgbClr val="334054"/>
                </a:solidFill>
                <a:latin typeface="+mn-lt"/>
                <a:cs typeface="Roboto Lt"/>
              </a:rPr>
              <a:t>.</a:t>
            </a:r>
            <a:endParaRPr sz="1400">
              <a:latin typeface="+mn-lt"/>
              <a:cs typeface="Roboto L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35163" y="4250745"/>
            <a:ext cx="3692525" cy="48577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90"/>
              </a:spcBef>
            </a:pPr>
            <a:r>
              <a:rPr sz="1400" spc="-75" dirty="0">
                <a:solidFill>
                  <a:srgbClr val="334054"/>
                </a:solidFill>
                <a:latin typeface="Roboto Lt"/>
                <a:cs typeface="Roboto Lt"/>
              </a:rPr>
              <a:t>Sinh</a:t>
            </a:r>
            <a:r>
              <a:rPr sz="1400" spc="-15" dirty="0">
                <a:solidFill>
                  <a:srgbClr val="334054"/>
                </a:solidFill>
                <a:latin typeface="Roboto Lt"/>
                <a:cs typeface="Roboto Lt"/>
              </a:rPr>
              <a:t> </a:t>
            </a:r>
            <a:r>
              <a:rPr sz="1400" spc="-60" dirty="0">
                <a:solidFill>
                  <a:srgbClr val="334054"/>
                </a:solidFill>
                <a:latin typeface="Roboto Lt"/>
                <a:cs typeface="Roboto Lt"/>
              </a:rPr>
              <a:t>viên</a:t>
            </a:r>
            <a:r>
              <a:rPr sz="1400" spc="-10" dirty="0">
                <a:solidFill>
                  <a:srgbClr val="334054"/>
                </a:solidFill>
                <a:latin typeface="Roboto Lt"/>
                <a:cs typeface="Roboto Lt"/>
              </a:rPr>
              <a:t> </a:t>
            </a:r>
            <a:r>
              <a:rPr sz="1400" spc="-75" dirty="0">
                <a:solidFill>
                  <a:srgbClr val="334054"/>
                </a:solidFill>
                <a:latin typeface="Roboto Lt"/>
                <a:cs typeface="Roboto Lt"/>
              </a:rPr>
              <a:t>c</a:t>
            </a:r>
            <a:r>
              <a:rPr sz="1400" spc="-75" dirty="0">
                <a:solidFill>
                  <a:srgbClr val="334054"/>
                </a:solidFill>
                <a:latin typeface="Microsoft Sans Serif" panose="020B0604020202020204"/>
                <a:cs typeface="Microsoft Sans Serif" panose="020B0604020202020204"/>
              </a:rPr>
              <a:t>ầ</a:t>
            </a:r>
            <a:r>
              <a:rPr sz="1400" spc="-75" dirty="0">
                <a:solidFill>
                  <a:srgbClr val="334054"/>
                </a:solidFill>
                <a:latin typeface="Roboto Lt"/>
                <a:cs typeface="Roboto Lt"/>
              </a:rPr>
              <a:t>n</a:t>
            </a:r>
            <a:r>
              <a:rPr sz="1400" spc="-10" dirty="0">
                <a:solidFill>
                  <a:srgbClr val="334054"/>
                </a:solidFill>
                <a:latin typeface="Roboto Lt"/>
                <a:cs typeface="Roboto Lt"/>
              </a:rPr>
              <a:t> </a:t>
            </a:r>
            <a:r>
              <a:rPr sz="1400" spc="-65" dirty="0">
                <a:solidFill>
                  <a:srgbClr val="334054"/>
                </a:solidFill>
                <a:latin typeface="Roboto Lt"/>
                <a:cs typeface="Roboto Lt"/>
              </a:rPr>
              <a:t>công</a:t>
            </a:r>
            <a:r>
              <a:rPr sz="1400" spc="-15" dirty="0">
                <a:solidFill>
                  <a:srgbClr val="334054"/>
                </a:solidFill>
                <a:latin typeface="Roboto Lt"/>
                <a:cs typeface="Roboto Lt"/>
              </a:rPr>
              <a:t> </a:t>
            </a:r>
            <a:r>
              <a:rPr sz="1400" spc="-60" dirty="0">
                <a:solidFill>
                  <a:srgbClr val="334054"/>
                </a:solidFill>
                <a:latin typeface="Roboto Lt"/>
                <a:cs typeface="Roboto Lt"/>
              </a:rPr>
              <a:t>c</a:t>
            </a:r>
            <a:r>
              <a:rPr sz="1400" spc="-60" dirty="0">
                <a:solidFill>
                  <a:srgbClr val="334054"/>
                </a:solidFill>
                <a:latin typeface="Microsoft Sans Serif" panose="020B0604020202020204"/>
                <a:cs typeface="Microsoft Sans Serif" panose="020B0604020202020204"/>
              </a:rPr>
              <a:t>ụ</a:t>
            </a:r>
            <a:r>
              <a:rPr sz="1400" spc="-30" dirty="0">
                <a:solidFill>
                  <a:srgbClr val="3340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400" spc="-65" dirty="0">
                <a:solidFill>
                  <a:srgbClr val="334054"/>
                </a:solidFill>
                <a:latin typeface="Roboto Lt"/>
                <a:cs typeface="Roboto Lt"/>
              </a:rPr>
              <a:t>h</a:t>
            </a:r>
            <a:r>
              <a:rPr sz="1400" spc="-65" dirty="0">
                <a:solidFill>
                  <a:srgbClr val="334054"/>
                </a:solidFill>
                <a:latin typeface="Microsoft Sans Serif" panose="020B0604020202020204"/>
                <a:cs typeface="Microsoft Sans Serif" panose="020B0604020202020204"/>
              </a:rPr>
              <a:t>ỗ</a:t>
            </a:r>
            <a:r>
              <a:rPr sz="1400" spc="-30" dirty="0">
                <a:solidFill>
                  <a:srgbClr val="3340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400" spc="-40" dirty="0">
                <a:solidFill>
                  <a:srgbClr val="334054"/>
                </a:solidFill>
                <a:latin typeface="Roboto Lt"/>
                <a:cs typeface="Roboto Lt"/>
              </a:rPr>
              <a:t>tr</a:t>
            </a:r>
            <a:r>
              <a:rPr sz="1400" spc="-40" dirty="0">
                <a:solidFill>
                  <a:srgbClr val="334054"/>
                </a:solidFill>
                <a:latin typeface="Microsoft Sans Serif" panose="020B0604020202020204"/>
                <a:cs typeface="Microsoft Sans Serif" panose="020B0604020202020204"/>
              </a:rPr>
              <a:t>ợ</a:t>
            </a:r>
            <a:r>
              <a:rPr sz="1400" spc="-30" dirty="0">
                <a:solidFill>
                  <a:srgbClr val="334054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400" b="1" spc="-125" dirty="0">
                <a:solidFill>
                  <a:srgbClr val="1C4ED8"/>
                </a:solidFill>
                <a:latin typeface="Roboto"/>
                <a:cs typeface="Roboto"/>
              </a:rPr>
              <a:t>t</a:t>
            </a:r>
            <a:r>
              <a:rPr sz="1400" b="1" spc="-125" dirty="0">
                <a:solidFill>
                  <a:srgbClr val="1C4ED8"/>
                </a:solidFill>
                <a:latin typeface="Arial" panose="020B0604020202020204"/>
                <a:cs typeface="Arial" panose="020B0604020202020204"/>
              </a:rPr>
              <a:t>ự</a:t>
            </a:r>
            <a:r>
              <a:rPr sz="1400" b="1" spc="-30" dirty="0">
                <a:solidFill>
                  <a:srgbClr val="1C4ED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70" dirty="0">
                <a:solidFill>
                  <a:srgbClr val="1C4ED8"/>
                </a:solidFill>
                <a:latin typeface="Roboto"/>
                <a:cs typeface="Roboto"/>
              </a:rPr>
              <a:t>h</a:t>
            </a:r>
            <a:r>
              <a:rPr sz="1400" b="1" spc="-70" dirty="0">
                <a:solidFill>
                  <a:srgbClr val="1C4ED8"/>
                </a:solidFill>
                <a:latin typeface="Arial" panose="020B0604020202020204"/>
                <a:cs typeface="Arial" panose="020B0604020202020204"/>
              </a:rPr>
              <a:t>ọ</a:t>
            </a:r>
            <a:r>
              <a:rPr sz="1400" b="1" spc="-70" dirty="0">
                <a:solidFill>
                  <a:srgbClr val="1C4ED8"/>
                </a:solidFill>
                <a:latin typeface="Roboto"/>
                <a:cs typeface="Roboto"/>
              </a:rPr>
              <a:t>c</a:t>
            </a:r>
            <a:r>
              <a:rPr sz="1400" b="1" spc="-15" dirty="0">
                <a:solidFill>
                  <a:srgbClr val="1C4ED8"/>
                </a:solidFill>
                <a:latin typeface="Roboto"/>
                <a:cs typeface="Roboto"/>
              </a:rPr>
              <a:t> </a:t>
            </a:r>
            <a:r>
              <a:rPr sz="1400" b="1" spc="-70" dirty="0">
                <a:solidFill>
                  <a:srgbClr val="1C4ED8"/>
                </a:solidFill>
                <a:latin typeface="Roboto"/>
                <a:cs typeface="Roboto"/>
              </a:rPr>
              <a:t>&amp;</a:t>
            </a:r>
            <a:r>
              <a:rPr sz="1400" b="1" spc="-10" dirty="0">
                <a:solidFill>
                  <a:srgbClr val="1C4ED8"/>
                </a:solidFill>
                <a:latin typeface="Roboto"/>
                <a:cs typeface="Roboto"/>
              </a:rPr>
              <a:t> </a:t>
            </a:r>
            <a:r>
              <a:rPr sz="1400" b="1" spc="-65" dirty="0">
                <a:solidFill>
                  <a:srgbClr val="1C4ED8"/>
                </a:solidFill>
                <a:latin typeface="Roboto"/>
                <a:cs typeface="Roboto"/>
              </a:rPr>
              <a:t>ôn</a:t>
            </a:r>
            <a:r>
              <a:rPr sz="1400" b="1" spc="-10" dirty="0">
                <a:solidFill>
                  <a:srgbClr val="1C4ED8"/>
                </a:solidFill>
                <a:latin typeface="Roboto"/>
                <a:cs typeface="Roboto"/>
              </a:rPr>
              <a:t> </a:t>
            </a:r>
            <a:r>
              <a:rPr sz="1400" b="1" spc="-60" dirty="0">
                <a:solidFill>
                  <a:srgbClr val="1C4ED8"/>
                </a:solidFill>
                <a:latin typeface="Roboto"/>
                <a:cs typeface="Roboto"/>
              </a:rPr>
              <a:t>t</a:t>
            </a:r>
            <a:r>
              <a:rPr sz="1400" b="1" spc="-60" dirty="0">
                <a:solidFill>
                  <a:srgbClr val="1C4ED8"/>
                </a:solidFill>
                <a:latin typeface="Arial" panose="020B0604020202020204"/>
                <a:cs typeface="Arial" panose="020B0604020202020204"/>
              </a:rPr>
              <a:t>ậ</a:t>
            </a:r>
            <a:r>
              <a:rPr sz="1400" b="1" spc="-60" dirty="0">
                <a:solidFill>
                  <a:srgbClr val="1C4ED8"/>
                </a:solidFill>
                <a:latin typeface="Roboto"/>
                <a:cs typeface="Roboto"/>
              </a:rPr>
              <a:t>p</a:t>
            </a:r>
            <a:r>
              <a:rPr sz="1400" b="1" spc="-15" dirty="0">
                <a:solidFill>
                  <a:srgbClr val="1C4ED8"/>
                </a:solidFill>
                <a:latin typeface="Roboto"/>
                <a:cs typeface="Roboto"/>
              </a:rPr>
              <a:t> </a:t>
            </a:r>
            <a:r>
              <a:rPr sz="1400" spc="-75" dirty="0">
                <a:solidFill>
                  <a:srgbClr val="334054"/>
                </a:solidFill>
                <a:latin typeface="Roboto Lt"/>
                <a:cs typeface="Roboto Lt"/>
              </a:rPr>
              <a:t>hi</a:t>
            </a:r>
            <a:r>
              <a:rPr sz="1400" spc="-75" dirty="0">
                <a:solidFill>
                  <a:srgbClr val="334054"/>
                </a:solidFill>
                <a:latin typeface="Microsoft Sans Serif" panose="020B0604020202020204"/>
                <a:cs typeface="Microsoft Sans Serif" panose="020B0604020202020204"/>
              </a:rPr>
              <a:t>ệ</a:t>
            </a:r>
            <a:r>
              <a:rPr sz="1400" spc="-75" dirty="0">
                <a:solidFill>
                  <a:srgbClr val="334054"/>
                </a:solidFill>
                <a:latin typeface="Roboto Lt"/>
                <a:cs typeface="Roboto Lt"/>
              </a:rPr>
              <a:t>u</a:t>
            </a:r>
            <a:r>
              <a:rPr sz="1400" spc="-10" dirty="0">
                <a:solidFill>
                  <a:srgbClr val="334054"/>
                </a:solidFill>
                <a:latin typeface="Roboto Lt"/>
                <a:cs typeface="Roboto Lt"/>
              </a:rPr>
              <a:t> </a:t>
            </a:r>
            <a:r>
              <a:rPr sz="1400" spc="-75" dirty="0">
                <a:solidFill>
                  <a:srgbClr val="334054"/>
                </a:solidFill>
                <a:latin typeface="Roboto Lt"/>
                <a:cs typeface="Roboto Lt"/>
              </a:rPr>
              <a:t>qu</a:t>
            </a:r>
            <a:r>
              <a:rPr sz="1400" spc="-75" dirty="0">
                <a:solidFill>
                  <a:srgbClr val="334054"/>
                </a:solidFill>
                <a:latin typeface="Microsoft Sans Serif" panose="020B0604020202020204"/>
                <a:cs typeface="Microsoft Sans Serif" panose="020B0604020202020204"/>
              </a:rPr>
              <a:t>ả</a:t>
            </a:r>
            <a:r>
              <a:rPr sz="1400" spc="-20" dirty="0">
                <a:solidFill>
                  <a:srgbClr val="334054"/>
                </a:solidFill>
                <a:latin typeface="Roboto Lt"/>
                <a:cs typeface="Roboto Lt"/>
              </a:rPr>
              <a:t>.</a:t>
            </a:r>
            <a:endParaRPr sz="1400">
              <a:latin typeface="Roboto Lt"/>
              <a:cs typeface="Roboto Lt"/>
            </a:endParaRPr>
          </a:p>
        </p:txBody>
      </p:sp>
      <p:sp>
        <p:nvSpPr>
          <p:cNvPr id="17" name="object 4"/>
          <p:cNvSpPr txBox="1">
            <a:spLocks noGrp="1"/>
          </p:cNvSpPr>
          <p:nvPr>
            <p:ph type="title"/>
          </p:nvPr>
        </p:nvSpPr>
        <p:spPr>
          <a:xfrm>
            <a:off x="4343400" y="781050"/>
            <a:ext cx="685800" cy="660400"/>
          </a:xfrm>
          <a:prstGeom prst="rect">
            <a:avLst/>
          </a:prstGeom>
        </p:spPr>
        <p:txBody>
          <a:bodyPr vert="horz" wrap="square" lIns="0" tIns="11430" rIns="0" bIns="0" rtlCol="0">
            <a:no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5925" b="0" spc="-127" baseline="-23000" dirty="0">
                <a:solidFill>
                  <a:srgbClr val="93979C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lang="en-US" sz="5925" b="0" spc="-127" baseline="-23000" dirty="0">
                <a:solidFill>
                  <a:srgbClr val="93979C"/>
                </a:solidFill>
                <a:latin typeface="Arial Black" panose="020B0A04020102020204"/>
                <a:cs typeface="Arial Black" panose="020B0A04020102020204"/>
              </a:rPr>
              <a:t>1</a:t>
            </a:r>
          </a:p>
        </p:txBody>
      </p:sp>
      <p:pic>
        <p:nvPicPr>
          <p:cNvPr id="40" name="object 40"/>
          <p:cNvPicPr/>
          <p:nvPr/>
        </p:nvPicPr>
        <p:blipFill>
          <a:blip r:embed="rId7" cstate="print"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4888652" y="3471371"/>
            <a:ext cx="206375" cy="1746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9">
            <a:lum/>
          </a:blip>
          <a:srcRect/>
          <a:stretch>
            <a:fillRect l="-19000" r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98989" y="6038008"/>
            <a:ext cx="290830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850" dirty="0">
                <a:solidFill>
                  <a:srgbClr val="50535B"/>
                </a:solidFill>
                <a:latin typeface="Roboto Lt"/>
                <a:cs typeface="Roboto Lt"/>
              </a:rPr>
              <a:t>3</a:t>
            </a:r>
            <a:r>
              <a:rPr sz="850" spc="-45" dirty="0">
                <a:solidFill>
                  <a:srgbClr val="50535B"/>
                </a:solidFill>
                <a:latin typeface="Roboto Lt"/>
                <a:cs typeface="Roboto Lt"/>
              </a:rPr>
              <a:t> </a:t>
            </a:r>
            <a:r>
              <a:rPr sz="850" dirty="0">
                <a:solidFill>
                  <a:srgbClr val="50535B"/>
                </a:solidFill>
                <a:latin typeface="Roboto Lt"/>
                <a:cs typeface="Roboto Lt"/>
              </a:rPr>
              <a:t>/</a:t>
            </a:r>
            <a:r>
              <a:rPr sz="850" spc="-45" dirty="0">
                <a:solidFill>
                  <a:srgbClr val="50535B"/>
                </a:solidFill>
                <a:latin typeface="Roboto Lt"/>
                <a:cs typeface="Roboto Lt"/>
              </a:rPr>
              <a:t> </a:t>
            </a:r>
            <a:r>
              <a:rPr sz="850" spc="-25" dirty="0">
                <a:solidFill>
                  <a:srgbClr val="50535B"/>
                </a:solidFill>
                <a:latin typeface="Roboto Lt"/>
                <a:cs typeface="Roboto Lt"/>
              </a:rPr>
              <a:t>10</a:t>
            </a:r>
            <a:endParaRPr sz="850">
              <a:latin typeface="Roboto Lt"/>
              <a:cs typeface="Roboto L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99951" y="1646753"/>
            <a:ext cx="292100" cy="22225"/>
          </a:xfrm>
          <a:custGeom>
            <a:avLst/>
            <a:gdLst/>
            <a:ahLst/>
            <a:cxnLst/>
            <a:rect l="l" t="t" r="r" b="b"/>
            <a:pathLst>
              <a:path w="292100" h="22225">
                <a:moveTo>
                  <a:pt x="292000" y="21900"/>
                </a:moveTo>
                <a:lnTo>
                  <a:pt x="0" y="21900"/>
                </a:lnTo>
                <a:lnTo>
                  <a:pt x="0" y="0"/>
                </a:lnTo>
                <a:lnTo>
                  <a:pt x="292000" y="0"/>
                </a:lnTo>
                <a:lnTo>
                  <a:pt x="292000" y="219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91643" y="806370"/>
            <a:ext cx="2256790" cy="660400"/>
          </a:xfrm>
          <a:prstGeom prst="rect">
            <a:avLst/>
          </a:prstGeom>
        </p:spPr>
        <p:txBody>
          <a:bodyPr vert="horz" wrap="square" lIns="0" tIns="11430" rIns="0" bIns="0" rtlCol="0">
            <a:no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5925" b="0" spc="-127" baseline="-23000" dirty="0">
                <a:solidFill>
                  <a:srgbClr val="93979C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sz="5925" b="0" spc="-2865" baseline="-23000" dirty="0">
                <a:solidFill>
                  <a:srgbClr val="93979C"/>
                </a:solidFill>
                <a:latin typeface="Arial Black" panose="020B0A04020102020204"/>
                <a:cs typeface="Arial Black" panose="020B0A04020102020204"/>
              </a:rPr>
              <a:t>2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6540" y="2028944"/>
            <a:ext cx="2887345" cy="1128514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 marR="5080">
              <a:lnSpc>
                <a:spcPts val="3560"/>
              </a:lnSpc>
              <a:spcBef>
                <a:spcPts val="800"/>
              </a:spcBef>
            </a:pPr>
            <a:r>
              <a:rPr lang="vi-VN" sz="3600" b="1" spc="-9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3600" b="1" spc="-17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sz="3600" b="1" spc="-175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415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endParaRPr lang="vi-VN" sz="3600" b="1" spc="-415">
              <a:solidFill>
                <a:srgbClr val="1D3A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3560"/>
              </a:lnSpc>
              <a:spcBef>
                <a:spcPts val="800"/>
              </a:spcBef>
            </a:pPr>
            <a:r>
              <a:rPr sz="3600" b="1" spc="-415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sz="3600" b="1" spc="-19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2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77457" y="3404184"/>
            <a:ext cx="146050" cy="1492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77457" y="3637785"/>
            <a:ext cx="146050" cy="14922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64757" y="3191627"/>
            <a:ext cx="2887345" cy="61003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70"/>
              </a:spcBef>
            </a:pPr>
            <a:endParaRPr sz="1000">
              <a:latin typeface="Arial MT"/>
              <a:cs typeface="Arial MT"/>
            </a:endParaRPr>
          </a:p>
          <a:p>
            <a:pPr marL="245745" marR="1028065">
              <a:lnSpc>
                <a:spcPct val="153000"/>
              </a:lnSpc>
              <a:spcBef>
                <a:spcPts val="5"/>
              </a:spcBef>
            </a:pPr>
            <a:r>
              <a:rPr sz="1000" spc="-60" dirty="0">
                <a:solidFill>
                  <a:srgbClr val="24262B"/>
                </a:solidFill>
                <a:latin typeface="+mn-lt"/>
                <a:cs typeface="Arial MT"/>
              </a:rPr>
              <a:t>Khó</a:t>
            </a:r>
            <a:r>
              <a:rPr sz="1000" spc="-45" dirty="0">
                <a:solidFill>
                  <a:srgbClr val="24262B"/>
                </a:solidFill>
                <a:latin typeface="+mn-lt"/>
                <a:cs typeface="Arial MT"/>
              </a:rPr>
              <a:t> </a:t>
            </a:r>
            <a:r>
              <a:rPr sz="1000" spc="-35" dirty="0">
                <a:solidFill>
                  <a:srgbClr val="24262B"/>
                </a:solidFill>
                <a:latin typeface="+mn-lt"/>
                <a:cs typeface="Arial MT"/>
              </a:rPr>
              <a:t>kh</a:t>
            </a:r>
            <a:r>
              <a:rPr sz="1000" spc="-35" dirty="0">
                <a:solidFill>
                  <a:srgbClr val="24262B"/>
                </a:solidFill>
                <a:latin typeface="+mn-lt"/>
                <a:cs typeface="Lucida Sans Unicode" panose="020B0602030504020204"/>
              </a:rPr>
              <a:t>ă</a:t>
            </a:r>
            <a:r>
              <a:rPr sz="1000" spc="-35" dirty="0">
                <a:solidFill>
                  <a:srgbClr val="24262B"/>
                </a:solidFill>
                <a:latin typeface="+mn-lt"/>
                <a:cs typeface="Arial MT"/>
              </a:rPr>
              <a:t>n</a:t>
            </a:r>
            <a:r>
              <a:rPr sz="1000" spc="-40" dirty="0">
                <a:solidFill>
                  <a:srgbClr val="24262B"/>
                </a:solidFill>
                <a:latin typeface="+mn-lt"/>
                <a:cs typeface="Arial MT"/>
              </a:rPr>
              <a:t> </a:t>
            </a:r>
            <a:r>
              <a:rPr sz="1000" spc="-30" dirty="0">
                <a:solidFill>
                  <a:srgbClr val="24262B"/>
                </a:solidFill>
                <a:latin typeface="+mn-lt"/>
                <a:cs typeface="Arial MT"/>
              </a:rPr>
              <a:t>trong</a:t>
            </a:r>
            <a:r>
              <a:rPr sz="1000" spc="-40" dirty="0">
                <a:solidFill>
                  <a:srgbClr val="24262B"/>
                </a:solidFill>
                <a:latin typeface="+mn-lt"/>
                <a:cs typeface="Arial MT"/>
              </a:rPr>
              <a:t> </a:t>
            </a:r>
            <a:r>
              <a:rPr sz="1000" spc="-45" dirty="0">
                <a:solidFill>
                  <a:srgbClr val="24262B"/>
                </a:solidFill>
                <a:latin typeface="+mn-lt"/>
                <a:cs typeface="Arial MT"/>
              </a:rPr>
              <a:t>qu</a:t>
            </a:r>
            <a:r>
              <a:rPr sz="1000" spc="-45" dirty="0">
                <a:solidFill>
                  <a:srgbClr val="24262B"/>
                </a:solidFill>
                <a:latin typeface="+mn-lt"/>
                <a:cs typeface="Microsoft Sans Serif" panose="020B0604020202020204"/>
              </a:rPr>
              <a:t>ả</a:t>
            </a:r>
            <a:r>
              <a:rPr sz="1000" spc="-45" dirty="0">
                <a:solidFill>
                  <a:srgbClr val="24262B"/>
                </a:solidFill>
                <a:latin typeface="+mn-lt"/>
                <a:cs typeface="Arial MT"/>
              </a:rPr>
              <a:t>n</a:t>
            </a:r>
            <a:r>
              <a:rPr sz="1000" spc="-40" dirty="0">
                <a:solidFill>
                  <a:srgbClr val="24262B"/>
                </a:solidFill>
                <a:latin typeface="+mn-lt"/>
                <a:cs typeface="Arial MT"/>
              </a:rPr>
              <a:t> lý </a:t>
            </a:r>
            <a:r>
              <a:rPr sz="1000" spc="-25" dirty="0">
                <a:solidFill>
                  <a:srgbClr val="24262B"/>
                </a:solidFill>
                <a:latin typeface="+mn-lt"/>
                <a:cs typeface="Arial MT"/>
              </a:rPr>
              <a:t>h</a:t>
            </a:r>
            <a:r>
              <a:rPr sz="1000" spc="-25" dirty="0">
                <a:solidFill>
                  <a:srgbClr val="24262B"/>
                </a:solidFill>
                <a:latin typeface="+mn-lt"/>
                <a:cs typeface="Microsoft Sans Serif" panose="020B0604020202020204"/>
              </a:rPr>
              <a:t>ọ</a:t>
            </a:r>
            <a:r>
              <a:rPr sz="1000" spc="-25" dirty="0">
                <a:solidFill>
                  <a:srgbClr val="24262B"/>
                </a:solidFill>
                <a:latin typeface="+mn-lt"/>
                <a:cs typeface="Arial MT"/>
              </a:rPr>
              <a:t>c</a:t>
            </a:r>
            <a:r>
              <a:rPr sz="1000" spc="-45" dirty="0">
                <a:solidFill>
                  <a:srgbClr val="24262B"/>
                </a:solidFill>
                <a:latin typeface="+mn-lt"/>
                <a:cs typeface="Arial MT"/>
              </a:rPr>
              <a:t> </a:t>
            </a:r>
            <a:r>
              <a:rPr sz="1000" spc="-25" dirty="0">
                <a:solidFill>
                  <a:srgbClr val="24262B"/>
                </a:solidFill>
                <a:latin typeface="+mn-lt"/>
                <a:cs typeface="Arial MT"/>
              </a:rPr>
              <a:t>t</a:t>
            </a:r>
            <a:r>
              <a:rPr sz="1000" spc="-25" dirty="0">
                <a:solidFill>
                  <a:srgbClr val="24262B"/>
                </a:solidFill>
                <a:latin typeface="+mn-lt"/>
                <a:cs typeface="Microsoft Sans Serif" panose="020B0604020202020204"/>
              </a:rPr>
              <a:t>ậ</a:t>
            </a:r>
            <a:r>
              <a:rPr sz="1000" spc="-25" dirty="0">
                <a:solidFill>
                  <a:srgbClr val="24262B"/>
                </a:solidFill>
                <a:latin typeface="+mn-lt"/>
                <a:cs typeface="Arial MT"/>
              </a:rPr>
              <a:t>p </a:t>
            </a:r>
            <a:r>
              <a:rPr sz="1000" spc="-45" dirty="0">
                <a:solidFill>
                  <a:srgbClr val="24262B"/>
                </a:solidFill>
                <a:latin typeface="+mn-lt"/>
                <a:cs typeface="Arial MT"/>
              </a:rPr>
              <a:t>Thi</a:t>
            </a:r>
            <a:r>
              <a:rPr sz="1000" spc="-45" dirty="0">
                <a:solidFill>
                  <a:srgbClr val="24262B"/>
                </a:solidFill>
                <a:latin typeface="+mn-lt"/>
                <a:cs typeface="Microsoft Sans Serif" panose="020B0604020202020204"/>
              </a:rPr>
              <a:t>ế</a:t>
            </a:r>
            <a:r>
              <a:rPr sz="1000" spc="-45" dirty="0">
                <a:solidFill>
                  <a:srgbClr val="24262B"/>
                </a:solidFill>
                <a:latin typeface="+mn-lt"/>
                <a:cs typeface="Arial MT"/>
              </a:rPr>
              <a:t>u</a:t>
            </a:r>
            <a:r>
              <a:rPr sz="1000" spc="-35" dirty="0">
                <a:solidFill>
                  <a:srgbClr val="24262B"/>
                </a:solidFill>
                <a:latin typeface="+mn-lt"/>
                <a:cs typeface="Arial MT"/>
              </a:rPr>
              <a:t> </a:t>
            </a:r>
            <a:r>
              <a:rPr sz="1000" spc="-30" dirty="0">
                <a:solidFill>
                  <a:srgbClr val="24262B"/>
                </a:solidFill>
                <a:latin typeface="+mn-lt"/>
                <a:cs typeface="Lucida Sans Unicode" panose="020B0602030504020204"/>
              </a:rPr>
              <a:t>đ</a:t>
            </a:r>
            <a:r>
              <a:rPr sz="1000" spc="-30" dirty="0">
                <a:solidFill>
                  <a:srgbClr val="24262B"/>
                </a:solidFill>
                <a:latin typeface="+mn-lt"/>
                <a:cs typeface="Microsoft Sans Serif" panose="020B0604020202020204"/>
              </a:rPr>
              <a:t>ị</a:t>
            </a:r>
            <a:r>
              <a:rPr sz="1000" spc="-30" dirty="0">
                <a:solidFill>
                  <a:srgbClr val="24262B"/>
                </a:solidFill>
                <a:latin typeface="+mn-lt"/>
                <a:cs typeface="Arial MT"/>
              </a:rPr>
              <a:t>nh </a:t>
            </a:r>
            <a:r>
              <a:rPr sz="1000" spc="-55" dirty="0">
                <a:solidFill>
                  <a:srgbClr val="24262B"/>
                </a:solidFill>
                <a:latin typeface="+mn-lt"/>
                <a:cs typeface="Arial MT"/>
              </a:rPr>
              <a:t>h</a:t>
            </a:r>
            <a:r>
              <a:rPr sz="1000" spc="-55" dirty="0">
                <a:solidFill>
                  <a:srgbClr val="24262B"/>
                </a:solidFill>
                <a:latin typeface="+mn-lt"/>
                <a:cs typeface="Lucida Sans Unicode" panose="020B0602030504020204"/>
              </a:rPr>
              <a:t>ư</a:t>
            </a:r>
            <a:r>
              <a:rPr sz="1000" spc="-55" dirty="0">
                <a:solidFill>
                  <a:srgbClr val="24262B"/>
                </a:solidFill>
                <a:latin typeface="+mn-lt"/>
                <a:cs typeface="Microsoft Sans Serif" panose="020B0604020202020204"/>
              </a:rPr>
              <a:t>ớ</a:t>
            </a:r>
            <a:r>
              <a:rPr sz="1000" spc="-55" dirty="0">
                <a:solidFill>
                  <a:srgbClr val="24262B"/>
                </a:solidFill>
                <a:latin typeface="+mn-lt"/>
                <a:cs typeface="Arial MT"/>
              </a:rPr>
              <a:t>ng</a:t>
            </a:r>
            <a:r>
              <a:rPr sz="1000" spc="-35" dirty="0">
                <a:solidFill>
                  <a:srgbClr val="24262B"/>
                </a:solidFill>
                <a:latin typeface="+mn-lt"/>
                <a:cs typeface="Arial MT"/>
              </a:rPr>
              <a:t> </a:t>
            </a:r>
            <a:r>
              <a:rPr sz="1000" spc="-40" dirty="0">
                <a:solidFill>
                  <a:srgbClr val="24262B"/>
                </a:solidFill>
                <a:latin typeface="+mn-lt"/>
                <a:cs typeface="Arial MT"/>
              </a:rPr>
              <a:t>rõ</a:t>
            </a:r>
            <a:r>
              <a:rPr sz="1000" spc="-30" dirty="0">
                <a:solidFill>
                  <a:srgbClr val="24262B"/>
                </a:solidFill>
                <a:latin typeface="+mn-lt"/>
                <a:cs typeface="Arial MT"/>
              </a:rPr>
              <a:t> </a:t>
            </a:r>
            <a:r>
              <a:rPr sz="1000" spc="-20" dirty="0">
                <a:solidFill>
                  <a:srgbClr val="24262B"/>
                </a:solidFill>
                <a:latin typeface="+mn-lt"/>
                <a:cs typeface="Arial MT"/>
              </a:rPr>
              <a:t>ràng</a:t>
            </a:r>
            <a:endParaRPr sz="1000">
              <a:latin typeface="+mn-lt"/>
              <a:cs typeface="Arial MT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4048935" y="2313788"/>
            <a:ext cx="5035550" cy="1061085"/>
            <a:chOff x="6687" y="2241"/>
            <a:chExt cx="7930" cy="1671"/>
          </a:xfrm>
        </p:grpSpPr>
        <p:grpSp>
          <p:nvGrpSpPr>
            <p:cNvPr id="9" name="object 9"/>
            <p:cNvGrpSpPr/>
            <p:nvPr/>
          </p:nvGrpSpPr>
          <p:grpSpPr>
            <a:xfrm>
              <a:off x="6687" y="2241"/>
              <a:ext cx="7930" cy="1671"/>
              <a:chOff x="4245863" y="1423415"/>
              <a:chExt cx="5035550" cy="1061085"/>
            </a:xfrm>
          </p:grpSpPr>
          <p:sp>
            <p:nvSpPr>
              <p:cNvPr id="10" name="object 10"/>
              <p:cNvSpPr/>
              <p:nvPr>
                <p:custDataLst>
                  <p:tags r:id="rId14"/>
                </p:custDataLst>
              </p:nvPr>
            </p:nvSpPr>
            <p:spPr>
              <a:xfrm>
                <a:off x="4245863" y="1423415"/>
                <a:ext cx="5035550" cy="1061085"/>
              </a:xfrm>
              <a:custGeom>
                <a:avLst/>
                <a:gdLst/>
                <a:ahLst/>
                <a:cxnLst/>
                <a:rect l="l" t="t" r="r" b="b"/>
                <a:pathLst>
                  <a:path w="5035550" h="1061085">
                    <a:moveTo>
                      <a:pt x="5035295" y="1060703"/>
                    </a:moveTo>
                    <a:lnTo>
                      <a:pt x="0" y="1060703"/>
                    </a:lnTo>
                    <a:lnTo>
                      <a:pt x="0" y="0"/>
                    </a:lnTo>
                    <a:lnTo>
                      <a:pt x="5035295" y="0"/>
                    </a:lnTo>
                    <a:lnTo>
                      <a:pt x="5035295" y="26237"/>
                    </a:lnTo>
                    <a:lnTo>
                      <a:pt x="167597" y="26237"/>
                    </a:lnTo>
                    <a:lnTo>
                      <a:pt x="156810" y="26757"/>
                    </a:lnTo>
                    <a:lnTo>
                      <a:pt x="115926" y="39181"/>
                    </a:lnTo>
                    <a:lnTo>
                      <a:pt x="82909" y="66304"/>
                    </a:lnTo>
                    <a:lnTo>
                      <a:pt x="62784" y="103998"/>
                    </a:lnTo>
                    <a:lnTo>
                      <a:pt x="58096" y="135737"/>
                    </a:lnTo>
                    <a:lnTo>
                      <a:pt x="58096" y="865739"/>
                    </a:lnTo>
                    <a:lnTo>
                      <a:pt x="66431" y="907642"/>
                    </a:lnTo>
                    <a:lnTo>
                      <a:pt x="90168" y="943167"/>
                    </a:lnTo>
                    <a:lnTo>
                      <a:pt x="125692" y="966903"/>
                    </a:lnTo>
                    <a:lnTo>
                      <a:pt x="167597" y="975239"/>
                    </a:lnTo>
                    <a:lnTo>
                      <a:pt x="5035295" y="975239"/>
                    </a:lnTo>
                    <a:lnTo>
                      <a:pt x="5035295" y="1060703"/>
                    </a:lnTo>
                    <a:close/>
                  </a:path>
                  <a:path w="5035550" h="1061085">
                    <a:moveTo>
                      <a:pt x="5035295" y="975239"/>
                    </a:moveTo>
                    <a:lnTo>
                      <a:pt x="4868810" y="975239"/>
                    </a:lnTo>
                    <a:lnTo>
                      <a:pt x="4879596" y="974718"/>
                    </a:lnTo>
                    <a:lnTo>
                      <a:pt x="4890175" y="973155"/>
                    </a:lnTo>
                    <a:lnTo>
                      <a:pt x="4929655" y="956802"/>
                    </a:lnTo>
                    <a:lnTo>
                      <a:pt x="4959871" y="926585"/>
                    </a:lnTo>
                    <a:lnTo>
                      <a:pt x="4976225" y="887105"/>
                    </a:lnTo>
                    <a:lnTo>
                      <a:pt x="4978310" y="865739"/>
                    </a:lnTo>
                    <a:lnTo>
                      <a:pt x="4978310" y="135737"/>
                    </a:lnTo>
                    <a:lnTo>
                      <a:pt x="4969972" y="93833"/>
                    </a:lnTo>
                    <a:lnTo>
                      <a:pt x="4946237" y="58308"/>
                    </a:lnTo>
                    <a:lnTo>
                      <a:pt x="4910712" y="34572"/>
                    </a:lnTo>
                    <a:lnTo>
                      <a:pt x="4868810" y="26237"/>
                    </a:lnTo>
                    <a:lnTo>
                      <a:pt x="5035295" y="26237"/>
                    </a:lnTo>
                    <a:lnTo>
                      <a:pt x="5035295" y="975239"/>
                    </a:lnTo>
                    <a:close/>
                  </a:path>
                </a:pathLst>
              </a:custGeom>
              <a:solidFill>
                <a:srgbClr val="000000">
                  <a:alpha val="5099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13"/>
              <p:cNvSpPr/>
              <p:nvPr>
                <p:custDataLst>
                  <p:tags r:id="rId15"/>
                </p:custDataLst>
              </p:nvPr>
            </p:nvSpPr>
            <p:spPr>
              <a:xfrm>
                <a:off x="4296661" y="1442778"/>
                <a:ext cx="108585" cy="963294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963294">
                    <a:moveTo>
                      <a:pt x="107985" y="962751"/>
                    </a:moveTo>
                    <a:lnTo>
                      <a:pt x="61684" y="949369"/>
                    </a:lnTo>
                    <a:lnTo>
                      <a:pt x="26466" y="920437"/>
                    </a:lnTo>
                    <a:lnTo>
                      <a:pt x="5000" y="880231"/>
                    </a:lnTo>
                    <a:lnTo>
                      <a:pt x="0" y="846376"/>
                    </a:lnTo>
                    <a:lnTo>
                      <a:pt x="0" y="116374"/>
                    </a:lnTo>
                    <a:lnTo>
                      <a:pt x="8890" y="71676"/>
                    </a:lnTo>
                    <a:lnTo>
                      <a:pt x="34209" y="33784"/>
                    </a:lnTo>
                    <a:lnTo>
                      <a:pt x="72101" y="8465"/>
                    </a:lnTo>
                    <a:lnTo>
                      <a:pt x="107985" y="0"/>
                    </a:lnTo>
                    <a:lnTo>
                      <a:pt x="101605" y="2537"/>
                    </a:lnTo>
                    <a:lnTo>
                      <a:pt x="94451" y="8465"/>
                    </a:lnTo>
                    <a:lnTo>
                      <a:pt x="71633" y="42313"/>
                    </a:lnTo>
                    <a:lnTo>
                      <a:pt x="60900" y="82519"/>
                    </a:lnTo>
                    <a:lnTo>
                      <a:pt x="58400" y="116374"/>
                    </a:lnTo>
                    <a:lnTo>
                      <a:pt x="58400" y="846376"/>
                    </a:lnTo>
                    <a:lnTo>
                      <a:pt x="62845" y="891073"/>
                    </a:lnTo>
                    <a:lnTo>
                      <a:pt x="75505" y="928966"/>
                    </a:lnTo>
                    <a:lnTo>
                      <a:pt x="101605" y="960213"/>
                    </a:lnTo>
                    <a:lnTo>
                      <a:pt x="107985" y="962751"/>
                    </a:lnTo>
                    <a:close/>
                  </a:path>
                </a:pathLst>
              </a:custGeom>
              <a:solidFill>
                <a:srgbClr val="F59D0A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14"/>
              <p:cNvSpPr/>
              <p:nvPr>
                <p:custDataLst>
                  <p:tags r:id="rId16"/>
                </p:custDataLst>
              </p:nvPr>
            </p:nvSpPr>
            <p:spPr>
              <a:xfrm>
                <a:off x="4574061" y="1705153"/>
                <a:ext cx="4381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438150" h="438150">
                    <a:moveTo>
                      <a:pt x="356152" y="438001"/>
                    </a:moveTo>
                    <a:lnTo>
                      <a:pt x="81848" y="438001"/>
                    </a:lnTo>
                    <a:lnTo>
                      <a:pt x="76151" y="437440"/>
                    </a:lnTo>
                    <a:lnTo>
                      <a:pt x="34149" y="420042"/>
                    </a:lnTo>
                    <a:lnTo>
                      <a:pt x="8869" y="389238"/>
                    </a:lnTo>
                    <a:lnTo>
                      <a:pt x="0" y="356152"/>
                    </a:lnTo>
                    <a:lnTo>
                      <a:pt x="0" y="350400"/>
                    </a:lnTo>
                    <a:lnTo>
                      <a:pt x="0" y="81848"/>
                    </a:lnTo>
                    <a:lnTo>
                      <a:pt x="11567" y="43714"/>
                    </a:lnTo>
                    <a:lnTo>
                      <a:pt x="43714" y="11567"/>
                    </a:lnTo>
                    <a:lnTo>
                      <a:pt x="81848" y="0"/>
                    </a:lnTo>
                    <a:lnTo>
                      <a:pt x="356152" y="0"/>
                    </a:lnTo>
                    <a:lnTo>
                      <a:pt x="394286" y="11567"/>
                    </a:lnTo>
                    <a:lnTo>
                      <a:pt x="426433" y="43714"/>
                    </a:lnTo>
                    <a:lnTo>
                      <a:pt x="438001" y="81848"/>
                    </a:lnTo>
                    <a:lnTo>
                      <a:pt x="438001" y="356152"/>
                    </a:lnTo>
                    <a:lnTo>
                      <a:pt x="426433" y="394286"/>
                    </a:lnTo>
                    <a:lnTo>
                      <a:pt x="394286" y="426433"/>
                    </a:lnTo>
                    <a:lnTo>
                      <a:pt x="361849" y="437440"/>
                    </a:lnTo>
                    <a:lnTo>
                      <a:pt x="356152" y="43800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5" name="object 15"/>
              <p:cNvPicPr/>
              <p:nvPr>
                <p:custDataLst>
                  <p:tags r:id="rId17"/>
                </p:custDataLst>
              </p:nvPr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4690861" y="1819354"/>
                <a:ext cx="203200" cy="203200"/>
              </a:xfrm>
              <a:prstGeom prst="rect">
                <a:avLst/>
              </a:prstGeom>
            </p:spPr>
          </p:pic>
        </p:grpSp>
        <p:sp>
          <p:nvSpPr>
            <p:cNvPr id="16" name="object 16"/>
            <p:cNvSpPr txBox="1"/>
            <p:nvPr>
              <p:custDataLst>
                <p:tags r:id="rId13"/>
              </p:custDataLst>
            </p:nvPr>
          </p:nvSpPr>
          <p:spPr>
            <a:xfrm>
              <a:off x="8157" y="2723"/>
              <a:ext cx="5753" cy="652"/>
            </a:xfrm>
            <a:prstGeom prst="rect">
              <a:avLst/>
            </a:prstGeom>
          </p:spPr>
          <p:txBody>
            <a:bodyPr vert="horz" wrap="square" lIns="0" tIns="80645" rIns="0" bIns="0" rtlCol="0">
              <a:noAutofit/>
            </a:bodyPr>
            <a:lstStyle/>
            <a:p>
              <a:pPr marL="12700">
                <a:lnSpc>
                  <a:spcPct val="100000"/>
                </a:lnSpc>
                <a:spcBef>
                  <a:spcPts val="635"/>
                </a:spcBef>
              </a:pPr>
              <a:r>
                <a:rPr b="1" spc="-100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N</a:t>
              </a:r>
              <a:r>
                <a:rPr b="1" spc="-100" dirty="0">
                  <a:solidFill>
                    <a:srgbClr val="334054"/>
                  </a:solidFill>
                  <a:latin typeface="+mn-lt"/>
                  <a:cs typeface="Arial" panose="020B0604020202020204"/>
                </a:rPr>
                <a:t>ề</a:t>
              </a:r>
              <a:r>
                <a:rPr b="1" spc="-100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n</a:t>
              </a:r>
              <a:r>
                <a:rPr b="1" spc="-110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 </a:t>
              </a:r>
              <a:r>
                <a:rPr b="1" spc="-90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t</a:t>
              </a:r>
              <a:r>
                <a:rPr b="1" spc="-90" dirty="0">
                  <a:solidFill>
                    <a:srgbClr val="334054"/>
                  </a:solidFill>
                  <a:latin typeface="+mn-lt"/>
                  <a:cs typeface="Arial" panose="020B0604020202020204"/>
                </a:rPr>
                <a:t>ả</a:t>
              </a:r>
              <a:r>
                <a:rPr b="1" spc="-90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ng</a:t>
              </a:r>
              <a:r>
                <a:rPr b="1" spc="-105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 </a:t>
              </a:r>
              <a:r>
                <a:rPr b="1" spc="-155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ôn</a:t>
              </a:r>
              <a:r>
                <a:rPr b="1" spc="-110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 </a:t>
              </a:r>
              <a:r>
                <a:rPr b="1" spc="-75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t</a:t>
              </a:r>
              <a:r>
                <a:rPr b="1" spc="-75" dirty="0">
                  <a:solidFill>
                    <a:srgbClr val="334054"/>
                  </a:solidFill>
                  <a:latin typeface="+mn-lt"/>
                  <a:cs typeface="Arial" panose="020B0604020202020204"/>
                </a:rPr>
                <a:t>ậ</a:t>
              </a:r>
              <a:r>
                <a:rPr b="1" spc="-75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p</a:t>
              </a:r>
              <a:r>
                <a:rPr b="1" spc="-105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 </a:t>
              </a:r>
              <a:r>
                <a:rPr b="1" spc="-135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r</a:t>
              </a:r>
              <a:r>
                <a:rPr b="1" spc="-135" dirty="0">
                  <a:solidFill>
                    <a:srgbClr val="334054"/>
                  </a:solidFill>
                  <a:latin typeface="+mn-lt"/>
                  <a:cs typeface="Arial" panose="020B0604020202020204"/>
                </a:rPr>
                <a:t>ờ</a:t>
              </a:r>
              <a:r>
                <a:rPr b="1" spc="-135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i</a:t>
              </a:r>
              <a:r>
                <a:rPr b="1" spc="-105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 </a:t>
              </a:r>
              <a:r>
                <a:rPr b="1" spc="-25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r</a:t>
              </a:r>
              <a:r>
                <a:rPr b="1" spc="-25" dirty="0">
                  <a:solidFill>
                    <a:srgbClr val="334054"/>
                  </a:solidFill>
                  <a:latin typeface="+mn-lt"/>
                  <a:cs typeface="Arial" panose="020B0604020202020204"/>
                </a:rPr>
                <a:t>ạ</a:t>
              </a:r>
              <a:r>
                <a:rPr b="1" spc="-25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c</a:t>
              </a:r>
              <a:endParaRPr>
                <a:latin typeface="+mn-lt"/>
                <a:cs typeface="Verdana" panose="020B0604030504040204"/>
              </a:endParaRPr>
            </a:p>
            <a:p>
              <a:pPr marL="12700" marR="5080">
                <a:lnSpc>
                  <a:spcPct val="110000"/>
                </a:lnSpc>
                <a:spcBef>
                  <a:spcPts val="260"/>
                </a:spcBef>
              </a:pPr>
              <a:endParaRPr sz="1000">
                <a:latin typeface="Arial MT"/>
                <a:cs typeface="Arial MT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038600" y="3802368"/>
            <a:ext cx="5047615" cy="1079500"/>
            <a:chOff x="6734" y="3974"/>
            <a:chExt cx="7949" cy="1700"/>
          </a:xfrm>
        </p:grpSpPr>
        <p:grpSp>
          <p:nvGrpSpPr>
            <p:cNvPr id="17" name="object 17"/>
            <p:cNvGrpSpPr/>
            <p:nvPr/>
          </p:nvGrpSpPr>
          <p:grpSpPr>
            <a:xfrm>
              <a:off x="6734" y="3974"/>
              <a:ext cx="7949" cy="1700"/>
              <a:chOff x="4276344" y="2523743"/>
              <a:chExt cx="5047615" cy="1079500"/>
            </a:xfrm>
          </p:grpSpPr>
          <p:sp>
            <p:nvSpPr>
              <p:cNvPr id="18" name="object 18"/>
              <p:cNvSpPr/>
              <p:nvPr>
                <p:custDataLst>
                  <p:tags r:id="rId9"/>
                </p:custDataLst>
              </p:nvPr>
            </p:nvSpPr>
            <p:spPr>
              <a:xfrm>
                <a:off x="4300728" y="2532887"/>
                <a:ext cx="4998720" cy="1030605"/>
              </a:xfrm>
              <a:custGeom>
                <a:avLst/>
                <a:gdLst/>
                <a:ahLst/>
                <a:cxnLst/>
                <a:rect l="l" t="t" r="r" b="b"/>
                <a:pathLst>
                  <a:path w="4998720" h="1030604">
                    <a:moveTo>
                      <a:pt x="4998719" y="1030223"/>
                    </a:moveTo>
                    <a:lnTo>
                      <a:pt x="0" y="1030223"/>
                    </a:lnTo>
                    <a:lnTo>
                      <a:pt x="0" y="0"/>
                    </a:lnTo>
                    <a:lnTo>
                      <a:pt x="4998719" y="0"/>
                    </a:lnTo>
                    <a:lnTo>
                      <a:pt x="4998719" y="26368"/>
                    </a:lnTo>
                    <a:lnTo>
                      <a:pt x="149233" y="26368"/>
                    </a:lnTo>
                    <a:lnTo>
                      <a:pt x="138446" y="26888"/>
                    </a:lnTo>
                    <a:lnTo>
                      <a:pt x="97561" y="39312"/>
                    </a:lnTo>
                    <a:lnTo>
                      <a:pt x="64545" y="66435"/>
                    </a:lnTo>
                    <a:lnTo>
                      <a:pt x="44421" y="104129"/>
                    </a:lnTo>
                    <a:lnTo>
                      <a:pt x="39733" y="135868"/>
                    </a:lnTo>
                    <a:lnTo>
                      <a:pt x="39733" y="865870"/>
                    </a:lnTo>
                    <a:lnTo>
                      <a:pt x="48067" y="907774"/>
                    </a:lnTo>
                    <a:lnTo>
                      <a:pt x="71804" y="943298"/>
                    </a:lnTo>
                    <a:lnTo>
                      <a:pt x="107328" y="967035"/>
                    </a:lnTo>
                    <a:lnTo>
                      <a:pt x="149233" y="975370"/>
                    </a:lnTo>
                    <a:lnTo>
                      <a:pt x="4998719" y="975370"/>
                    </a:lnTo>
                    <a:lnTo>
                      <a:pt x="4998719" y="1030223"/>
                    </a:lnTo>
                    <a:close/>
                  </a:path>
                  <a:path w="4998720" h="1030604">
                    <a:moveTo>
                      <a:pt x="4998719" y="975370"/>
                    </a:moveTo>
                    <a:lnTo>
                      <a:pt x="4850446" y="975370"/>
                    </a:lnTo>
                    <a:lnTo>
                      <a:pt x="4861231" y="974849"/>
                    </a:lnTo>
                    <a:lnTo>
                      <a:pt x="4871810" y="973286"/>
                    </a:lnTo>
                    <a:lnTo>
                      <a:pt x="4911291" y="956933"/>
                    </a:lnTo>
                    <a:lnTo>
                      <a:pt x="4941508" y="926716"/>
                    </a:lnTo>
                    <a:lnTo>
                      <a:pt x="4957862" y="887236"/>
                    </a:lnTo>
                    <a:lnTo>
                      <a:pt x="4959946" y="865870"/>
                    </a:lnTo>
                    <a:lnTo>
                      <a:pt x="4959946" y="135868"/>
                    </a:lnTo>
                    <a:lnTo>
                      <a:pt x="4951610" y="93964"/>
                    </a:lnTo>
                    <a:lnTo>
                      <a:pt x="4927873" y="58439"/>
                    </a:lnTo>
                    <a:lnTo>
                      <a:pt x="4892348" y="34703"/>
                    </a:lnTo>
                    <a:lnTo>
                      <a:pt x="4850446" y="26368"/>
                    </a:lnTo>
                    <a:lnTo>
                      <a:pt x="4998719" y="26368"/>
                    </a:lnTo>
                    <a:lnTo>
                      <a:pt x="4998719" y="975370"/>
                    </a:lnTo>
                    <a:close/>
                  </a:path>
                </a:pathLst>
              </a:custGeom>
              <a:solidFill>
                <a:srgbClr val="000000">
                  <a:alpha val="3138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4276344" y="2523743"/>
                <a:ext cx="5047615" cy="1079500"/>
              </a:xfrm>
              <a:custGeom>
                <a:avLst/>
                <a:gdLst/>
                <a:ahLst/>
                <a:cxnLst/>
                <a:rect l="l" t="t" r="r" b="b"/>
                <a:pathLst>
                  <a:path w="5047615" h="1079500">
                    <a:moveTo>
                      <a:pt x="5047487" y="1078991"/>
                    </a:moveTo>
                    <a:lnTo>
                      <a:pt x="0" y="1078991"/>
                    </a:lnTo>
                    <a:lnTo>
                      <a:pt x="0" y="0"/>
                    </a:lnTo>
                    <a:lnTo>
                      <a:pt x="5047487" y="0"/>
                    </a:lnTo>
                    <a:lnTo>
                      <a:pt x="5047487" y="35512"/>
                    </a:lnTo>
                    <a:lnTo>
                      <a:pt x="173617" y="35512"/>
                    </a:lnTo>
                    <a:lnTo>
                      <a:pt x="162830" y="36032"/>
                    </a:lnTo>
                    <a:lnTo>
                      <a:pt x="121945" y="48456"/>
                    </a:lnTo>
                    <a:lnTo>
                      <a:pt x="88929" y="75579"/>
                    </a:lnTo>
                    <a:lnTo>
                      <a:pt x="68805" y="113273"/>
                    </a:lnTo>
                    <a:lnTo>
                      <a:pt x="64117" y="145012"/>
                    </a:lnTo>
                    <a:lnTo>
                      <a:pt x="64117" y="875014"/>
                    </a:lnTo>
                    <a:lnTo>
                      <a:pt x="72451" y="916918"/>
                    </a:lnTo>
                    <a:lnTo>
                      <a:pt x="96188" y="952442"/>
                    </a:lnTo>
                    <a:lnTo>
                      <a:pt x="131712" y="976179"/>
                    </a:lnTo>
                    <a:lnTo>
                      <a:pt x="173617" y="984514"/>
                    </a:lnTo>
                    <a:lnTo>
                      <a:pt x="5047487" y="984514"/>
                    </a:lnTo>
                    <a:lnTo>
                      <a:pt x="5047487" y="1078991"/>
                    </a:lnTo>
                    <a:close/>
                  </a:path>
                  <a:path w="5047615" h="1079500">
                    <a:moveTo>
                      <a:pt x="5047487" y="984514"/>
                    </a:moveTo>
                    <a:lnTo>
                      <a:pt x="4874830" y="984514"/>
                    </a:lnTo>
                    <a:lnTo>
                      <a:pt x="4885615" y="983993"/>
                    </a:lnTo>
                    <a:lnTo>
                      <a:pt x="4896194" y="982430"/>
                    </a:lnTo>
                    <a:lnTo>
                      <a:pt x="4935675" y="966077"/>
                    </a:lnTo>
                    <a:lnTo>
                      <a:pt x="4965892" y="935860"/>
                    </a:lnTo>
                    <a:lnTo>
                      <a:pt x="4982246" y="896380"/>
                    </a:lnTo>
                    <a:lnTo>
                      <a:pt x="4984330" y="875014"/>
                    </a:lnTo>
                    <a:lnTo>
                      <a:pt x="4984330" y="145012"/>
                    </a:lnTo>
                    <a:lnTo>
                      <a:pt x="4975994" y="103108"/>
                    </a:lnTo>
                    <a:lnTo>
                      <a:pt x="4952257" y="67583"/>
                    </a:lnTo>
                    <a:lnTo>
                      <a:pt x="4916732" y="43847"/>
                    </a:lnTo>
                    <a:lnTo>
                      <a:pt x="4874830" y="35512"/>
                    </a:lnTo>
                    <a:lnTo>
                      <a:pt x="5047487" y="35512"/>
                    </a:lnTo>
                    <a:lnTo>
                      <a:pt x="5047487" y="984514"/>
                    </a:lnTo>
                    <a:close/>
                  </a:path>
                </a:pathLst>
              </a:custGeom>
              <a:solidFill>
                <a:srgbClr val="000000">
                  <a:alpha val="5099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21"/>
              <p:cNvSpPr/>
              <p:nvPr>
                <p:custDataLst>
                  <p:tags r:id="rId10"/>
                </p:custDataLst>
              </p:nvPr>
            </p:nvSpPr>
            <p:spPr>
              <a:xfrm>
                <a:off x="4333161" y="2552381"/>
                <a:ext cx="108585" cy="963294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963295">
                    <a:moveTo>
                      <a:pt x="107986" y="962751"/>
                    </a:moveTo>
                    <a:lnTo>
                      <a:pt x="61684" y="949369"/>
                    </a:lnTo>
                    <a:lnTo>
                      <a:pt x="26466" y="920437"/>
                    </a:lnTo>
                    <a:lnTo>
                      <a:pt x="5000" y="880231"/>
                    </a:lnTo>
                    <a:lnTo>
                      <a:pt x="0" y="846376"/>
                    </a:lnTo>
                    <a:lnTo>
                      <a:pt x="0" y="116374"/>
                    </a:lnTo>
                    <a:lnTo>
                      <a:pt x="8890" y="71676"/>
                    </a:lnTo>
                    <a:lnTo>
                      <a:pt x="34209" y="33784"/>
                    </a:lnTo>
                    <a:lnTo>
                      <a:pt x="72102" y="8464"/>
                    </a:lnTo>
                    <a:lnTo>
                      <a:pt x="107985" y="0"/>
                    </a:lnTo>
                    <a:lnTo>
                      <a:pt x="101606" y="2537"/>
                    </a:lnTo>
                    <a:lnTo>
                      <a:pt x="94450" y="8464"/>
                    </a:lnTo>
                    <a:lnTo>
                      <a:pt x="71633" y="42312"/>
                    </a:lnTo>
                    <a:lnTo>
                      <a:pt x="60900" y="82519"/>
                    </a:lnTo>
                    <a:lnTo>
                      <a:pt x="58400" y="116374"/>
                    </a:lnTo>
                    <a:lnTo>
                      <a:pt x="58400" y="846376"/>
                    </a:lnTo>
                    <a:lnTo>
                      <a:pt x="62844" y="891073"/>
                    </a:lnTo>
                    <a:lnTo>
                      <a:pt x="75504" y="928966"/>
                    </a:lnTo>
                    <a:lnTo>
                      <a:pt x="101606" y="960213"/>
                    </a:lnTo>
                    <a:lnTo>
                      <a:pt x="107986" y="962751"/>
                    </a:lnTo>
                    <a:close/>
                  </a:path>
                </a:pathLst>
              </a:custGeom>
              <a:solidFill>
                <a:srgbClr val="EF444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" name="object 22"/>
              <p:cNvSpPr/>
              <p:nvPr>
                <p:custDataLst>
                  <p:tags r:id="rId11"/>
                </p:custDataLst>
              </p:nvPr>
            </p:nvSpPr>
            <p:spPr>
              <a:xfrm>
                <a:off x="4610561" y="2814756"/>
                <a:ext cx="4381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438150" h="438150">
                    <a:moveTo>
                      <a:pt x="356152" y="438001"/>
                    </a:moveTo>
                    <a:lnTo>
                      <a:pt x="81848" y="438001"/>
                    </a:lnTo>
                    <a:lnTo>
                      <a:pt x="76151" y="437440"/>
                    </a:lnTo>
                    <a:lnTo>
                      <a:pt x="34148" y="420042"/>
                    </a:lnTo>
                    <a:lnTo>
                      <a:pt x="8868" y="389237"/>
                    </a:lnTo>
                    <a:lnTo>
                      <a:pt x="0" y="356152"/>
                    </a:lnTo>
                    <a:lnTo>
                      <a:pt x="0" y="350400"/>
                    </a:lnTo>
                    <a:lnTo>
                      <a:pt x="0" y="81848"/>
                    </a:lnTo>
                    <a:lnTo>
                      <a:pt x="11567" y="43714"/>
                    </a:lnTo>
                    <a:lnTo>
                      <a:pt x="43714" y="11567"/>
                    </a:lnTo>
                    <a:lnTo>
                      <a:pt x="81848" y="0"/>
                    </a:lnTo>
                    <a:lnTo>
                      <a:pt x="356152" y="0"/>
                    </a:lnTo>
                    <a:lnTo>
                      <a:pt x="394286" y="11567"/>
                    </a:lnTo>
                    <a:lnTo>
                      <a:pt x="426432" y="43714"/>
                    </a:lnTo>
                    <a:lnTo>
                      <a:pt x="438000" y="81848"/>
                    </a:lnTo>
                    <a:lnTo>
                      <a:pt x="438000" y="356152"/>
                    </a:lnTo>
                    <a:lnTo>
                      <a:pt x="426432" y="394286"/>
                    </a:lnTo>
                    <a:lnTo>
                      <a:pt x="394286" y="426433"/>
                    </a:lnTo>
                    <a:lnTo>
                      <a:pt x="361849" y="437440"/>
                    </a:lnTo>
                    <a:lnTo>
                      <a:pt x="356152" y="43800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3" name="object 23"/>
              <p:cNvPicPr/>
              <p:nvPr>
                <p:custDataLst>
                  <p:tags r:id="rId12"/>
                </p:custDataLst>
              </p:nvPr>
            </p:nvPicPr>
            <p:blipFill>
              <a:blip r:embed="rId23" cstate="print"/>
              <a:stretch>
                <a:fillRect/>
              </a:stretch>
            </p:blipFill>
            <p:spPr>
              <a:xfrm>
                <a:off x="4727362" y="2928957"/>
                <a:ext cx="203200" cy="203200"/>
              </a:xfrm>
              <a:prstGeom prst="rect">
                <a:avLst/>
              </a:prstGeom>
            </p:spPr>
          </p:pic>
        </p:grpSp>
        <p:sp>
          <p:nvSpPr>
            <p:cNvPr id="24" name="object 24"/>
            <p:cNvSpPr txBox="1"/>
            <p:nvPr>
              <p:custDataLst>
                <p:tags r:id="rId8"/>
              </p:custDataLst>
            </p:nvPr>
          </p:nvSpPr>
          <p:spPr>
            <a:xfrm>
              <a:off x="8215" y="4408"/>
              <a:ext cx="5592" cy="871"/>
            </a:xfrm>
            <a:prstGeom prst="rect">
              <a:avLst/>
            </a:prstGeom>
          </p:spPr>
          <p:txBody>
            <a:bodyPr vert="horz" wrap="square" lIns="0" tIns="806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635"/>
                </a:spcBef>
              </a:pPr>
              <a:r>
                <a:rPr lang="en-US" altLang="" b="1" spc="-100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Chất lượng n</a:t>
              </a:r>
              <a:r>
                <a:rPr b="1" spc="-100" dirty="0">
                  <a:solidFill>
                    <a:srgbClr val="334054"/>
                  </a:solidFill>
                  <a:latin typeface="+mn-lt"/>
                  <a:cs typeface="Arial" panose="020B0604020202020204"/>
                </a:rPr>
                <a:t>ộ</a:t>
              </a:r>
              <a:r>
                <a:rPr b="1" spc="-100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i</a:t>
              </a:r>
              <a:r>
                <a:rPr b="1" spc="-95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 </a:t>
              </a:r>
              <a:r>
                <a:rPr b="1" spc="-140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dung</a:t>
              </a:r>
              <a:r>
                <a:rPr lang="en-US" altLang="" b="1" spc="-140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 không đảm bảo</a:t>
              </a:r>
              <a:endParaRPr>
                <a:latin typeface="+mn-lt"/>
                <a:cs typeface="Verdana" panose="020B0604030504040204"/>
              </a:endParaRPr>
            </a:p>
            <a:p>
              <a:pPr marL="12700" marR="5080">
                <a:lnSpc>
                  <a:spcPct val="110000"/>
                </a:lnSpc>
                <a:spcBef>
                  <a:spcPts val="260"/>
                </a:spcBef>
              </a:pPr>
              <a:endParaRPr sz="1000">
                <a:latin typeface="Arial MT"/>
                <a:cs typeface="Arial MT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038600" y="5257800"/>
            <a:ext cx="5047615" cy="1079500"/>
            <a:chOff x="6734" y="5722"/>
            <a:chExt cx="7949" cy="1700"/>
          </a:xfrm>
        </p:grpSpPr>
        <p:grpSp>
          <p:nvGrpSpPr>
            <p:cNvPr id="25" name="object 25"/>
            <p:cNvGrpSpPr/>
            <p:nvPr/>
          </p:nvGrpSpPr>
          <p:grpSpPr>
            <a:xfrm>
              <a:off x="6734" y="5722"/>
              <a:ext cx="7949" cy="1700"/>
              <a:chOff x="4276344" y="3633215"/>
              <a:chExt cx="5047615" cy="1079500"/>
            </a:xfrm>
          </p:grpSpPr>
          <p:sp>
            <p:nvSpPr>
              <p:cNvPr id="26" name="object 26"/>
              <p:cNvSpPr/>
              <p:nvPr>
                <p:custDataLst>
                  <p:tags r:id="rId2"/>
                </p:custDataLst>
              </p:nvPr>
            </p:nvSpPr>
            <p:spPr>
              <a:xfrm>
                <a:off x="4300728" y="3642359"/>
                <a:ext cx="4998720" cy="1030605"/>
              </a:xfrm>
              <a:custGeom>
                <a:avLst/>
                <a:gdLst/>
                <a:ahLst/>
                <a:cxnLst/>
                <a:rect l="l" t="t" r="r" b="b"/>
                <a:pathLst>
                  <a:path w="4998720" h="1030604">
                    <a:moveTo>
                      <a:pt x="4998719" y="1030223"/>
                    </a:moveTo>
                    <a:lnTo>
                      <a:pt x="0" y="1030223"/>
                    </a:lnTo>
                    <a:lnTo>
                      <a:pt x="0" y="0"/>
                    </a:lnTo>
                    <a:lnTo>
                      <a:pt x="4998719" y="0"/>
                    </a:lnTo>
                    <a:lnTo>
                      <a:pt x="4998719" y="26499"/>
                    </a:lnTo>
                    <a:lnTo>
                      <a:pt x="149233" y="26499"/>
                    </a:lnTo>
                    <a:lnTo>
                      <a:pt x="138446" y="27020"/>
                    </a:lnTo>
                    <a:lnTo>
                      <a:pt x="97561" y="39443"/>
                    </a:lnTo>
                    <a:lnTo>
                      <a:pt x="64545" y="66566"/>
                    </a:lnTo>
                    <a:lnTo>
                      <a:pt x="44421" y="104260"/>
                    </a:lnTo>
                    <a:lnTo>
                      <a:pt x="39733" y="135999"/>
                    </a:lnTo>
                    <a:lnTo>
                      <a:pt x="39733" y="866001"/>
                    </a:lnTo>
                    <a:lnTo>
                      <a:pt x="48067" y="907905"/>
                    </a:lnTo>
                    <a:lnTo>
                      <a:pt x="71804" y="943429"/>
                    </a:lnTo>
                    <a:lnTo>
                      <a:pt x="107329" y="967166"/>
                    </a:lnTo>
                    <a:lnTo>
                      <a:pt x="149233" y="975501"/>
                    </a:lnTo>
                    <a:lnTo>
                      <a:pt x="4998719" y="975501"/>
                    </a:lnTo>
                    <a:lnTo>
                      <a:pt x="4998719" y="1030223"/>
                    </a:lnTo>
                    <a:close/>
                  </a:path>
                  <a:path w="4998720" h="1030604">
                    <a:moveTo>
                      <a:pt x="4998719" y="975501"/>
                    </a:moveTo>
                    <a:lnTo>
                      <a:pt x="4850446" y="975501"/>
                    </a:lnTo>
                    <a:lnTo>
                      <a:pt x="4861232" y="974980"/>
                    </a:lnTo>
                    <a:lnTo>
                      <a:pt x="4871812" y="973417"/>
                    </a:lnTo>
                    <a:lnTo>
                      <a:pt x="4911291" y="957064"/>
                    </a:lnTo>
                    <a:lnTo>
                      <a:pt x="4941508" y="926847"/>
                    </a:lnTo>
                    <a:lnTo>
                      <a:pt x="4957862" y="887367"/>
                    </a:lnTo>
                    <a:lnTo>
                      <a:pt x="4959946" y="866001"/>
                    </a:lnTo>
                    <a:lnTo>
                      <a:pt x="4959946" y="135999"/>
                    </a:lnTo>
                    <a:lnTo>
                      <a:pt x="4951610" y="94095"/>
                    </a:lnTo>
                    <a:lnTo>
                      <a:pt x="4927873" y="58570"/>
                    </a:lnTo>
                    <a:lnTo>
                      <a:pt x="4892349" y="34834"/>
                    </a:lnTo>
                    <a:lnTo>
                      <a:pt x="4850446" y="26499"/>
                    </a:lnTo>
                    <a:lnTo>
                      <a:pt x="4998719" y="26499"/>
                    </a:lnTo>
                    <a:lnTo>
                      <a:pt x="4998719" y="975501"/>
                    </a:lnTo>
                    <a:close/>
                  </a:path>
                </a:pathLst>
              </a:custGeom>
              <a:solidFill>
                <a:srgbClr val="000000">
                  <a:alpha val="3138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" name="object 27"/>
              <p:cNvSpPr/>
              <p:nvPr>
                <p:custDataLst>
                  <p:tags r:id="rId3"/>
                </p:custDataLst>
              </p:nvPr>
            </p:nvSpPr>
            <p:spPr>
              <a:xfrm>
                <a:off x="4276344" y="3633215"/>
                <a:ext cx="5047615" cy="1079500"/>
              </a:xfrm>
              <a:custGeom>
                <a:avLst/>
                <a:gdLst/>
                <a:ahLst/>
                <a:cxnLst/>
                <a:rect l="l" t="t" r="r" b="b"/>
                <a:pathLst>
                  <a:path w="5047615" h="1079500">
                    <a:moveTo>
                      <a:pt x="5047487" y="1078991"/>
                    </a:moveTo>
                    <a:lnTo>
                      <a:pt x="0" y="1078991"/>
                    </a:lnTo>
                    <a:lnTo>
                      <a:pt x="0" y="0"/>
                    </a:lnTo>
                    <a:lnTo>
                      <a:pt x="5047487" y="0"/>
                    </a:lnTo>
                    <a:lnTo>
                      <a:pt x="5047487" y="35643"/>
                    </a:lnTo>
                    <a:lnTo>
                      <a:pt x="173617" y="35643"/>
                    </a:lnTo>
                    <a:lnTo>
                      <a:pt x="162830" y="36164"/>
                    </a:lnTo>
                    <a:lnTo>
                      <a:pt x="121945" y="48587"/>
                    </a:lnTo>
                    <a:lnTo>
                      <a:pt x="88929" y="75710"/>
                    </a:lnTo>
                    <a:lnTo>
                      <a:pt x="68805" y="113404"/>
                    </a:lnTo>
                    <a:lnTo>
                      <a:pt x="64117" y="145143"/>
                    </a:lnTo>
                    <a:lnTo>
                      <a:pt x="64117" y="875145"/>
                    </a:lnTo>
                    <a:lnTo>
                      <a:pt x="72451" y="917049"/>
                    </a:lnTo>
                    <a:lnTo>
                      <a:pt x="96188" y="952573"/>
                    </a:lnTo>
                    <a:lnTo>
                      <a:pt x="131713" y="976310"/>
                    </a:lnTo>
                    <a:lnTo>
                      <a:pt x="173617" y="984645"/>
                    </a:lnTo>
                    <a:lnTo>
                      <a:pt x="5047487" y="984645"/>
                    </a:lnTo>
                    <a:lnTo>
                      <a:pt x="5047487" y="1078991"/>
                    </a:lnTo>
                    <a:close/>
                  </a:path>
                  <a:path w="5047615" h="1079500">
                    <a:moveTo>
                      <a:pt x="5047487" y="984645"/>
                    </a:moveTo>
                    <a:lnTo>
                      <a:pt x="4874830" y="984645"/>
                    </a:lnTo>
                    <a:lnTo>
                      <a:pt x="4885616" y="984124"/>
                    </a:lnTo>
                    <a:lnTo>
                      <a:pt x="4896196" y="982561"/>
                    </a:lnTo>
                    <a:lnTo>
                      <a:pt x="4935675" y="966208"/>
                    </a:lnTo>
                    <a:lnTo>
                      <a:pt x="4965892" y="935991"/>
                    </a:lnTo>
                    <a:lnTo>
                      <a:pt x="4982246" y="896511"/>
                    </a:lnTo>
                    <a:lnTo>
                      <a:pt x="4984330" y="875145"/>
                    </a:lnTo>
                    <a:lnTo>
                      <a:pt x="4984330" y="145143"/>
                    </a:lnTo>
                    <a:lnTo>
                      <a:pt x="4975994" y="103239"/>
                    </a:lnTo>
                    <a:lnTo>
                      <a:pt x="4952257" y="67714"/>
                    </a:lnTo>
                    <a:lnTo>
                      <a:pt x="4916733" y="43978"/>
                    </a:lnTo>
                    <a:lnTo>
                      <a:pt x="4874830" y="35643"/>
                    </a:lnTo>
                    <a:lnTo>
                      <a:pt x="5047487" y="35643"/>
                    </a:lnTo>
                    <a:lnTo>
                      <a:pt x="5047487" y="984645"/>
                    </a:lnTo>
                    <a:close/>
                  </a:path>
                </a:pathLst>
              </a:custGeom>
              <a:solidFill>
                <a:srgbClr val="000000">
                  <a:alpha val="5099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28"/>
              <p:cNvSpPr/>
              <p:nvPr>
                <p:custDataLst>
                  <p:tags r:id="rId4"/>
                </p:custDataLst>
              </p:nvPr>
            </p:nvSpPr>
            <p:spPr>
              <a:xfrm>
                <a:off x="4362360" y="3661559"/>
                <a:ext cx="4906010" cy="963930"/>
              </a:xfrm>
              <a:custGeom>
                <a:avLst/>
                <a:gdLst/>
                <a:ahLst/>
                <a:cxnLst/>
                <a:rect l="l" t="t" r="r" b="b"/>
                <a:pathLst>
                  <a:path w="4906009" h="963929">
                    <a:moveTo>
                      <a:pt x="4796482" y="963602"/>
                    </a:moveTo>
                    <a:lnTo>
                      <a:pt x="81848" y="963602"/>
                    </a:lnTo>
                    <a:lnTo>
                      <a:pt x="76152" y="962854"/>
                    </a:lnTo>
                    <a:lnTo>
                      <a:pt x="34149" y="939656"/>
                    </a:lnTo>
                    <a:lnTo>
                      <a:pt x="11567" y="905316"/>
                    </a:lnTo>
                    <a:lnTo>
                      <a:pt x="560" y="862067"/>
                    </a:lnTo>
                    <a:lnTo>
                      <a:pt x="0" y="854471"/>
                    </a:lnTo>
                    <a:lnTo>
                      <a:pt x="0" y="846802"/>
                    </a:lnTo>
                    <a:lnTo>
                      <a:pt x="0" y="109130"/>
                    </a:lnTo>
                    <a:lnTo>
                      <a:pt x="8869" y="65016"/>
                    </a:lnTo>
                    <a:lnTo>
                      <a:pt x="29725" y="28786"/>
                    </a:lnTo>
                    <a:lnTo>
                      <a:pt x="64869" y="3740"/>
                    </a:lnTo>
                    <a:lnTo>
                      <a:pt x="81848" y="0"/>
                    </a:lnTo>
                    <a:lnTo>
                      <a:pt x="4796482" y="0"/>
                    </a:lnTo>
                    <a:lnTo>
                      <a:pt x="4840596" y="11825"/>
                    </a:lnTo>
                    <a:lnTo>
                      <a:pt x="4876826" y="39632"/>
                    </a:lnTo>
                    <a:lnTo>
                      <a:pt x="4899657" y="79187"/>
                    </a:lnTo>
                    <a:lnTo>
                      <a:pt x="4905613" y="109130"/>
                    </a:lnTo>
                    <a:lnTo>
                      <a:pt x="4905613" y="854471"/>
                    </a:lnTo>
                    <a:lnTo>
                      <a:pt x="4893788" y="898585"/>
                    </a:lnTo>
                    <a:lnTo>
                      <a:pt x="4865981" y="934815"/>
                    </a:lnTo>
                    <a:lnTo>
                      <a:pt x="4826425" y="957645"/>
                    </a:lnTo>
                    <a:lnTo>
                      <a:pt x="4804077" y="962854"/>
                    </a:lnTo>
                    <a:lnTo>
                      <a:pt x="4796482" y="96360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9" name="object 29"/>
              <p:cNvSpPr/>
              <p:nvPr>
                <p:custDataLst>
                  <p:tags r:id="rId5"/>
                </p:custDataLst>
              </p:nvPr>
            </p:nvSpPr>
            <p:spPr>
              <a:xfrm>
                <a:off x="4333161" y="3661984"/>
                <a:ext cx="108585" cy="963294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963295">
                    <a:moveTo>
                      <a:pt x="107986" y="962751"/>
                    </a:moveTo>
                    <a:lnTo>
                      <a:pt x="61684" y="949368"/>
                    </a:lnTo>
                    <a:lnTo>
                      <a:pt x="26466" y="920437"/>
                    </a:lnTo>
                    <a:lnTo>
                      <a:pt x="5000" y="880230"/>
                    </a:lnTo>
                    <a:lnTo>
                      <a:pt x="0" y="846376"/>
                    </a:lnTo>
                    <a:lnTo>
                      <a:pt x="0" y="116374"/>
                    </a:lnTo>
                    <a:lnTo>
                      <a:pt x="8890" y="71677"/>
                    </a:lnTo>
                    <a:lnTo>
                      <a:pt x="34209" y="33784"/>
                    </a:lnTo>
                    <a:lnTo>
                      <a:pt x="72101" y="8465"/>
                    </a:lnTo>
                    <a:lnTo>
                      <a:pt x="107985" y="0"/>
                    </a:lnTo>
                    <a:lnTo>
                      <a:pt x="101606" y="2537"/>
                    </a:lnTo>
                    <a:lnTo>
                      <a:pt x="94450" y="8464"/>
                    </a:lnTo>
                    <a:lnTo>
                      <a:pt x="71633" y="42313"/>
                    </a:lnTo>
                    <a:lnTo>
                      <a:pt x="60900" y="82519"/>
                    </a:lnTo>
                    <a:lnTo>
                      <a:pt x="58400" y="116374"/>
                    </a:lnTo>
                    <a:lnTo>
                      <a:pt x="58400" y="846376"/>
                    </a:lnTo>
                    <a:lnTo>
                      <a:pt x="62844" y="891073"/>
                    </a:lnTo>
                    <a:lnTo>
                      <a:pt x="75504" y="928966"/>
                    </a:lnTo>
                    <a:lnTo>
                      <a:pt x="101606" y="960212"/>
                    </a:lnTo>
                    <a:lnTo>
                      <a:pt x="107986" y="962751"/>
                    </a:lnTo>
                    <a:close/>
                  </a:path>
                </a:pathLst>
              </a:custGeom>
              <a:solidFill>
                <a:srgbClr val="3B81F5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30"/>
              <p:cNvSpPr/>
              <p:nvPr>
                <p:custDataLst>
                  <p:tags r:id="rId6"/>
                </p:custDataLst>
              </p:nvPr>
            </p:nvSpPr>
            <p:spPr>
              <a:xfrm>
                <a:off x="4610561" y="3924359"/>
                <a:ext cx="4381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438150" h="438150">
                    <a:moveTo>
                      <a:pt x="356152" y="438000"/>
                    </a:moveTo>
                    <a:lnTo>
                      <a:pt x="81848" y="438000"/>
                    </a:lnTo>
                    <a:lnTo>
                      <a:pt x="76151" y="437439"/>
                    </a:lnTo>
                    <a:lnTo>
                      <a:pt x="34148" y="420041"/>
                    </a:lnTo>
                    <a:lnTo>
                      <a:pt x="8868" y="389237"/>
                    </a:lnTo>
                    <a:lnTo>
                      <a:pt x="0" y="356152"/>
                    </a:lnTo>
                    <a:lnTo>
                      <a:pt x="0" y="350400"/>
                    </a:lnTo>
                    <a:lnTo>
                      <a:pt x="0" y="81848"/>
                    </a:lnTo>
                    <a:lnTo>
                      <a:pt x="11567" y="43713"/>
                    </a:lnTo>
                    <a:lnTo>
                      <a:pt x="43714" y="11567"/>
                    </a:lnTo>
                    <a:lnTo>
                      <a:pt x="81848" y="0"/>
                    </a:lnTo>
                    <a:lnTo>
                      <a:pt x="356152" y="0"/>
                    </a:lnTo>
                    <a:lnTo>
                      <a:pt x="394286" y="11567"/>
                    </a:lnTo>
                    <a:lnTo>
                      <a:pt x="426432" y="43714"/>
                    </a:lnTo>
                    <a:lnTo>
                      <a:pt x="438000" y="81848"/>
                    </a:lnTo>
                    <a:lnTo>
                      <a:pt x="438000" y="356152"/>
                    </a:lnTo>
                    <a:lnTo>
                      <a:pt x="426432" y="394285"/>
                    </a:lnTo>
                    <a:lnTo>
                      <a:pt x="394286" y="426432"/>
                    </a:lnTo>
                    <a:lnTo>
                      <a:pt x="361849" y="437439"/>
                    </a:lnTo>
                    <a:lnTo>
                      <a:pt x="356152" y="4380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31" name="object 31"/>
              <p:cNvPicPr/>
              <p:nvPr>
                <p:custDataLst>
                  <p:tags r:id="rId7"/>
                </p:custDataLst>
              </p:nvPr>
            </p:nvPicPr>
            <p:blipFill>
              <a:blip r:embed="rId24" cstate="print"/>
              <a:stretch>
                <a:fillRect/>
              </a:stretch>
            </p:blipFill>
            <p:spPr>
              <a:xfrm>
                <a:off x="4727362" y="4051260"/>
                <a:ext cx="203200" cy="177800"/>
              </a:xfrm>
              <a:prstGeom prst="rect">
                <a:avLst/>
              </a:prstGeom>
            </p:spPr>
          </p:pic>
        </p:grpSp>
        <p:sp>
          <p:nvSpPr>
            <p:cNvPr id="32" name="object 32"/>
            <p:cNvSpPr txBox="1"/>
            <p:nvPr>
              <p:custDataLst>
                <p:tags r:id="rId1"/>
              </p:custDataLst>
            </p:nvPr>
          </p:nvSpPr>
          <p:spPr>
            <a:xfrm>
              <a:off x="8284" y="6180"/>
              <a:ext cx="5661" cy="871"/>
            </a:xfrm>
            <a:prstGeom prst="rect">
              <a:avLst/>
            </a:prstGeom>
          </p:spPr>
          <p:txBody>
            <a:bodyPr vert="horz" wrap="square" lIns="0" tIns="806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635"/>
                </a:spcBef>
              </a:pPr>
              <a:r>
                <a:rPr b="1" spc="-114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Thi</a:t>
              </a:r>
              <a:r>
                <a:rPr b="1" spc="-114" dirty="0">
                  <a:solidFill>
                    <a:srgbClr val="334054"/>
                  </a:solidFill>
                  <a:latin typeface="+mn-lt"/>
                  <a:cs typeface="Arial" panose="020B0604020202020204"/>
                </a:rPr>
                <a:t>ế</a:t>
              </a:r>
              <a:r>
                <a:rPr b="1" spc="-114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u</a:t>
              </a:r>
              <a:r>
                <a:rPr b="1" spc="-125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 </a:t>
              </a:r>
              <a:r>
                <a:rPr b="1" spc="-130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công</a:t>
              </a:r>
              <a:r>
                <a:rPr b="1" spc="-125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 </a:t>
              </a:r>
              <a:r>
                <a:rPr b="1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c</a:t>
              </a:r>
              <a:r>
                <a:rPr b="1" dirty="0">
                  <a:solidFill>
                    <a:srgbClr val="334054"/>
                  </a:solidFill>
                  <a:latin typeface="+mn-lt"/>
                  <a:cs typeface="Arial" panose="020B0604020202020204"/>
                </a:rPr>
                <a:t>ụ</a:t>
              </a:r>
              <a:r>
                <a:rPr b="1" spc="-5" dirty="0">
                  <a:solidFill>
                    <a:srgbClr val="334054"/>
                  </a:solidFill>
                  <a:latin typeface="+mn-lt"/>
                  <a:cs typeface="Arial" panose="020B0604020202020204"/>
                </a:rPr>
                <a:t> </a:t>
              </a:r>
              <a:r>
                <a:rPr b="1" spc="-90" dirty="0">
                  <a:solidFill>
                    <a:srgbClr val="334054"/>
                  </a:solidFill>
                  <a:latin typeface="+mn-lt"/>
                  <a:cs typeface="Arial" panose="020B0604020202020204"/>
                </a:rPr>
                <a:t>đ</a:t>
              </a:r>
              <a:r>
                <a:rPr b="1" spc="-90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ánh</a:t>
              </a:r>
              <a:r>
                <a:rPr b="1" spc="-120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 </a:t>
              </a:r>
              <a:r>
                <a:rPr b="1" spc="-25" dirty="0">
                  <a:solidFill>
                    <a:srgbClr val="334054"/>
                  </a:solidFill>
                  <a:latin typeface="+mn-lt"/>
                  <a:cs typeface="Verdana" panose="020B0604030504040204"/>
                </a:rPr>
                <a:t>giá</a:t>
              </a:r>
              <a:endParaRPr>
                <a:latin typeface="+mn-lt"/>
                <a:cs typeface="Verdana" panose="020B0604030504040204"/>
              </a:endParaRPr>
            </a:p>
            <a:p>
              <a:pPr marL="12700" marR="5080">
                <a:lnSpc>
                  <a:spcPct val="110000"/>
                </a:lnSpc>
                <a:spcBef>
                  <a:spcPts val="260"/>
                </a:spcBef>
              </a:pPr>
              <a:endParaRPr sz="1000">
                <a:latin typeface="Arial MT"/>
                <a:cs typeface="Arial M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19000" r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82185" y="6553200"/>
            <a:ext cx="871220" cy="430530"/>
          </a:xfrm>
          <a:prstGeom prst="rect">
            <a:avLst/>
          </a:prstGeom>
        </p:spPr>
        <p:txBody>
          <a:bodyPr vert="horz" wrap="square" lIns="0" tIns="14604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850" dirty="0">
                <a:solidFill>
                  <a:srgbClr val="50535B"/>
                </a:solidFill>
                <a:latin typeface="Roboto Lt"/>
                <a:cs typeface="Roboto Lt"/>
              </a:rPr>
              <a:t>4</a:t>
            </a:r>
            <a:r>
              <a:rPr sz="850" spc="-45" dirty="0">
                <a:solidFill>
                  <a:srgbClr val="50535B"/>
                </a:solidFill>
                <a:latin typeface="Roboto Lt"/>
                <a:cs typeface="Roboto Lt"/>
              </a:rPr>
              <a:t> </a:t>
            </a:r>
            <a:r>
              <a:rPr sz="850" dirty="0">
                <a:solidFill>
                  <a:srgbClr val="50535B"/>
                </a:solidFill>
                <a:latin typeface="Roboto Lt"/>
                <a:cs typeface="Roboto Lt"/>
              </a:rPr>
              <a:t>/</a:t>
            </a:r>
            <a:r>
              <a:rPr sz="850" spc="-45" dirty="0">
                <a:solidFill>
                  <a:srgbClr val="50535B"/>
                </a:solidFill>
                <a:latin typeface="Roboto Lt"/>
                <a:cs typeface="Roboto Lt"/>
              </a:rPr>
              <a:t> </a:t>
            </a:r>
            <a:r>
              <a:rPr sz="850" spc="-25" dirty="0">
                <a:solidFill>
                  <a:srgbClr val="50535B"/>
                </a:solidFill>
                <a:latin typeface="Roboto Lt"/>
                <a:cs typeface="Roboto Lt"/>
              </a:rPr>
              <a:t>10</a:t>
            </a:r>
            <a:endParaRPr sz="850">
              <a:latin typeface="Roboto Lt"/>
              <a:cs typeface="Roboto 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63451" y="1374363"/>
            <a:ext cx="292100" cy="22225"/>
          </a:xfrm>
          <a:custGeom>
            <a:avLst/>
            <a:gdLst/>
            <a:ahLst/>
            <a:cxnLst/>
            <a:rect l="l" t="t" r="r" b="b"/>
            <a:pathLst>
              <a:path w="292100" h="22225">
                <a:moveTo>
                  <a:pt x="292000" y="21900"/>
                </a:moveTo>
                <a:lnTo>
                  <a:pt x="0" y="21900"/>
                </a:lnTo>
                <a:lnTo>
                  <a:pt x="0" y="0"/>
                </a:lnTo>
                <a:lnTo>
                  <a:pt x="292000" y="0"/>
                </a:lnTo>
                <a:lnTo>
                  <a:pt x="292000" y="219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7251" y="1666984"/>
            <a:ext cx="2887345" cy="2265107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 marR="95885">
              <a:lnSpc>
                <a:spcPts val="3220"/>
              </a:lnSpc>
              <a:spcBef>
                <a:spcPts val="770"/>
              </a:spcBef>
            </a:pPr>
            <a:r>
              <a:rPr sz="3600" b="1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sz="3600" b="1" spc="-18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2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trống </a:t>
            </a:r>
            <a:r>
              <a:rPr sz="3600" b="1" spc="-38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3225"/>
              </a:lnSpc>
            </a:pPr>
            <a:r>
              <a:rPr sz="3600" b="1" spc="-4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Thách</a:t>
            </a:r>
            <a:r>
              <a:rPr sz="3600" b="1" spc="-16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spc="-2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121000"/>
              </a:lnSpc>
              <a:spcBef>
                <a:spcPts val="1535"/>
              </a:spcBef>
            </a:pPr>
            <a:endParaRPr sz="1000" dirty="0">
              <a:solidFill>
                <a:srgbClr val="4A5462"/>
              </a:solidFill>
              <a:latin typeface="Lucida Sans Unicode" panose="020B0602030504020204"/>
              <a:cs typeface="Lucida Sans Unicode" panose="020B0602030504020204"/>
            </a:endParaRPr>
          </a:p>
          <a:p>
            <a:pPr marL="12700" marR="5080" algn="just">
              <a:lnSpc>
                <a:spcPct val="121000"/>
              </a:lnSpc>
              <a:spcBef>
                <a:spcPts val="1535"/>
              </a:spcBef>
            </a:pPr>
            <a:r>
              <a:rPr lang="en-US" altLang="" sz="1000" dirty="0">
                <a:solidFill>
                  <a:srgbClr val="4A5462"/>
                </a:solidFill>
                <a:latin typeface="Lucida Sans Unicode" panose="020B0602030504020204"/>
                <a:cs typeface="Lucida Sans Unicode" panose="020B0602030504020204"/>
              </a:rPr>
              <a:t>Chỗ này gắn số liệu bài báo </a:t>
            </a:r>
            <a:r>
              <a:rPr lang="en-US" altLang="" sz="1000">
                <a:solidFill>
                  <a:srgbClr val="4A5462"/>
                </a:solidFill>
                <a:latin typeface="Lucida Sans Unicode" panose="020B0602030504020204"/>
                <a:cs typeface="Lucida Sans Unicode" panose="020B0602030504020204"/>
              </a:rPr>
              <a:t>oke không</a:t>
            </a:r>
            <a:r>
              <a:rPr lang="vi-VN" altLang="" sz="1000">
                <a:solidFill>
                  <a:srgbClr val="4A5462"/>
                </a:solidFill>
                <a:latin typeface="Lucida Sans Unicode" panose="020B0602030504020204"/>
                <a:cs typeface="Lucida Sans Unicode" panose="020B0602030504020204"/>
              </a:rPr>
              <a:t> , Huynhui: ok</a:t>
            </a:r>
            <a:endParaRPr lang="en-US" altLang="" sz="1000" dirty="0">
              <a:solidFill>
                <a:srgbClr val="4A5462"/>
              </a:solidFill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19000" r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88778" y="5276008"/>
            <a:ext cx="290830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850" dirty="0">
                <a:solidFill>
                  <a:srgbClr val="50535B"/>
                </a:solidFill>
                <a:latin typeface="Roboto Lt"/>
                <a:cs typeface="Roboto Lt"/>
              </a:rPr>
              <a:t>5</a:t>
            </a:r>
            <a:r>
              <a:rPr sz="850" spc="-45" dirty="0">
                <a:solidFill>
                  <a:srgbClr val="50535B"/>
                </a:solidFill>
                <a:latin typeface="Roboto Lt"/>
                <a:cs typeface="Roboto Lt"/>
              </a:rPr>
              <a:t> </a:t>
            </a:r>
            <a:r>
              <a:rPr sz="850" dirty="0">
                <a:solidFill>
                  <a:srgbClr val="50535B"/>
                </a:solidFill>
                <a:latin typeface="Roboto Lt"/>
                <a:cs typeface="Roboto Lt"/>
              </a:rPr>
              <a:t>/</a:t>
            </a:r>
            <a:r>
              <a:rPr sz="850" spc="-45" dirty="0">
                <a:solidFill>
                  <a:srgbClr val="50535B"/>
                </a:solidFill>
                <a:latin typeface="Roboto Lt"/>
                <a:cs typeface="Roboto Lt"/>
              </a:rPr>
              <a:t> </a:t>
            </a:r>
            <a:r>
              <a:rPr sz="850" spc="-25" dirty="0">
                <a:solidFill>
                  <a:srgbClr val="50535B"/>
                </a:solidFill>
                <a:latin typeface="Roboto Lt"/>
                <a:cs typeface="Roboto Lt"/>
              </a:rPr>
              <a:t>10</a:t>
            </a:r>
            <a:endParaRPr sz="850">
              <a:latin typeface="Roboto Lt"/>
              <a:cs typeface="Roboto 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3251" y="721404"/>
            <a:ext cx="5107305" cy="668003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14020">
              <a:lnSpc>
                <a:spcPts val="1500"/>
              </a:lnSpc>
              <a:spcBef>
                <a:spcPts val="120"/>
              </a:spcBef>
            </a:pPr>
            <a:r>
              <a:rPr sz="1200" b="1" dirty="0">
                <a:solidFill>
                  <a:srgbClr val="262D37"/>
                </a:solidFill>
                <a:latin typeface="Aptos Black" panose="020B0004020202020204" pitchFamily="34" charset="0"/>
                <a:cs typeface="Verdana" panose="020B0604030504040204"/>
              </a:rPr>
              <a:t>PH</a:t>
            </a:r>
            <a:r>
              <a:rPr sz="1250" b="1" dirty="0">
                <a:solidFill>
                  <a:srgbClr val="262D37"/>
                </a:solidFill>
                <a:latin typeface="Aptos Black" panose="020B0004020202020204" pitchFamily="34" charset="0"/>
                <a:cs typeface="Arial" panose="020B0604020202020204"/>
              </a:rPr>
              <a:t>ƯƠ</a:t>
            </a:r>
            <a:r>
              <a:rPr sz="1200" b="1" dirty="0">
                <a:solidFill>
                  <a:srgbClr val="262D37"/>
                </a:solidFill>
                <a:latin typeface="Aptos Black" panose="020B0004020202020204" pitchFamily="34" charset="0"/>
                <a:cs typeface="Verdana" panose="020B0604030504040204"/>
              </a:rPr>
              <a:t>NG</a:t>
            </a:r>
            <a:r>
              <a:rPr sz="1200" b="1" spc="220" dirty="0">
                <a:solidFill>
                  <a:srgbClr val="262D37"/>
                </a:solidFill>
                <a:latin typeface="Aptos Black" panose="020B0004020202020204" pitchFamily="34" charset="0"/>
                <a:cs typeface="Verdana" panose="020B0604030504040204"/>
              </a:rPr>
              <a:t> </a:t>
            </a:r>
            <a:r>
              <a:rPr sz="1200" b="1" dirty="0">
                <a:solidFill>
                  <a:srgbClr val="262D37"/>
                </a:solidFill>
                <a:latin typeface="Aptos Black" panose="020B0004020202020204" pitchFamily="34" charset="0"/>
                <a:cs typeface="Verdana" panose="020B0604030504040204"/>
              </a:rPr>
              <a:t>PHÁP</a:t>
            </a:r>
            <a:r>
              <a:rPr sz="1200" b="1" spc="225" dirty="0">
                <a:solidFill>
                  <a:srgbClr val="262D37"/>
                </a:solidFill>
                <a:latin typeface="Aptos Black" panose="020B0004020202020204" pitchFamily="34" charset="0"/>
                <a:cs typeface="Verdana" panose="020B0604030504040204"/>
              </a:rPr>
              <a:t> </a:t>
            </a:r>
            <a:r>
              <a:rPr sz="1200" b="1" spc="-20" dirty="0">
                <a:solidFill>
                  <a:srgbClr val="262D37"/>
                </a:solidFill>
                <a:latin typeface="Aptos Black" panose="020B0004020202020204" pitchFamily="34" charset="0"/>
                <a:cs typeface="Verdana" panose="020B0604030504040204"/>
              </a:rPr>
              <a:t>LU</a:t>
            </a:r>
            <a:r>
              <a:rPr sz="1300" b="1" spc="-20" dirty="0">
                <a:solidFill>
                  <a:srgbClr val="262D37"/>
                </a:solidFill>
                <a:latin typeface="Aptos Black" panose="020B0004020202020204" pitchFamily="34" charset="0"/>
                <a:cs typeface="Arial" panose="020B0604020202020204"/>
              </a:rPr>
              <a:t>Ậ</a:t>
            </a:r>
            <a:r>
              <a:rPr sz="1200" b="1" spc="-20" dirty="0">
                <a:solidFill>
                  <a:srgbClr val="262D37"/>
                </a:solidFill>
                <a:latin typeface="Aptos Black" panose="020B0004020202020204" pitchFamily="34" charset="0"/>
                <a:cs typeface="Verdana" panose="020B0604030504040204"/>
              </a:rPr>
              <a:t>N</a:t>
            </a:r>
            <a:endParaRPr sz="1200">
              <a:latin typeface="Aptos Black" panose="020B0004020202020204" pitchFamily="34" charset="0"/>
              <a:cs typeface="Verdana" panose="020B0604030504040204"/>
            </a:endParaRPr>
          </a:p>
          <a:p>
            <a:pPr marL="12700">
              <a:lnSpc>
                <a:spcPts val="3840"/>
              </a:lnSpc>
            </a:pPr>
            <a:r>
              <a:rPr sz="2800" spc="-24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sz="2800" spc="-26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sz="2800" spc="-26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4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sz="2800" spc="-26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7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sz="2800" spc="-26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37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90015" y="3334511"/>
            <a:ext cx="4053840" cy="1069975"/>
            <a:chOff x="890015" y="3334511"/>
            <a:chExt cx="4053840" cy="1069975"/>
          </a:xfrm>
        </p:grpSpPr>
        <p:sp>
          <p:nvSpPr>
            <p:cNvPr id="5" name="object 5"/>
            <p:cNvSpPr/>
            <p:nvPr/>
          </p:nvSpPr>
          <p:spPr>
            <a:xfrm>
              <a:off x="890015" y="3334511"/>
              <a:ext cx="4053840" cy="1069975"/>
            </a:xfrm>
            <a:custGeom>
              <a:avLst/>
              <a:gdLst/>
              <a:ahLst/>
              <a:cxnLst/>
              <a:rect l="l" t="t" r="r" b="b"/>
              <a:pathLst>
                <a:path w="4053840" h="1069975">
                  <a:moveTo>
                    <a:pt x="4053839" y="1069847"/>
                  </a:moveTo>
                  <a:lnTo>
                    <a:pt x="0" y="1069847"/>
                  </a:lnTo>
                  <a:lnTo>
                    <a:pt x="0" y="0"/>
                  </a:lnTo>
                  <a:lnTo>
                    <a:pt x="4053839" y="0"/>
                  </a:lnTo>
                  <a:lnTo>
                    <a:pt x="4053839" y="35046"/>
                  </a:lnTo>
                  <a:lnTo>
                    <a:pt x="143535" y="35046"/>
                  </a:lnTo>
                  <a:lnTo>
                    <a:pt x="135625" y="35428"/>
                  </a:lnTo>
                  <a:lnTo>
                    <a:pt x="98914" y="48566"/>
                  </a:lnTo>
                  <a:lnTo>
                    <a:pt x="72728" y="77454"/>
                  </a:lnTo>
                  <a:lnTo>
                    <a:pt x="63235" y="115346"/>
                  </a:lnTo>
                  <a:lnTo>
                    <a:pt x="63235" y="896448"/>
                  </a:lnTo>
                  <a:lnTo>
                    <a:pt x="72728" y="934340"/>
                  </a:lnTo>
                  <a:lnTo>
                    <a:pt x="98914" y="963228"/>
                  </a:lnTo>
                  <a:lnTo>
                    <a:pt x="135625" y="976366"/>
                  </a:lnTo>
                  <a:lnTo>
                    <a:pt x="143535" y="976748"/>
                  </a:lnTo>
                  <a:lnTo>
                    <a:pt x="4053839" y="976748"/>
                  </a:lnTo>
                  <a:lnTo>
                    <a:pt x="4053839" y="1069847"/>
                  </a:lnTo>
                  <a:close/>
                </a:path>
                <a:path w="4053840" h="1069975">
                  <a:moveTo>
                    <a:pt x="4053839" y="976748"/>
                  </a:moveTo>
                  <a:lnTo>
                    <a:pt x="3910346" y="976748"/>
                  </a:lnTo>
                  <a:lnTo>
                    <a:pt x="3918256" y="976366"/>
                  </a:lnTo>
                  <a:lnTo>
                    <a:pt x="3926014" y="975220"/>
                  </a:lnTo>
                  <a:lnTo>
                    <a:pt x="3961262" y="958552"/>
                  </a:lnTo>
                  <a:lnTo>
                    <a:pt x="3984533" y="927177"/>
                  </a:lnTo>
                  <a:lnTo>
                    <a:pt x="3990646" y="896448"/>
                  </a:lnTo>
                  <a:lnTo>
                    <a:pt x="3990646" y="115346"/>
                  </a:lnTo>
                  <a:lnTo>
                    <a:pt x="3981153" y="77454"/>
                  </a:lnTo>
                  <a:lnTo>
                    <a:pt x="3954966" y="48566"/>
                  </a:lnTo>
                  <a:lnTo>
                    <a:pt x="3918256" y="35428"/>
                  </a:lnTo>
                  <a:lnTo>
                    <a:pt x="3910346" y="35046"/>
                  </a:lnTo>
                  <a:lnTo>
                    <a:pt x="4053839" y="35046"/>
                  </a:lnTo>
                  <a:lnTo>
                    <a:pt x="4053839" y="97674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9601" y="3365908"/>
              <a:ext cx="3935095" cy="949325"/>
            </a:xfrm>
            <a:custGeom>
              <a:avLst/>
              <a:gdLst/>
              <a:ahLst/>
              <a:cxnLst/>
              <a:rect l="l" t="t" r="r" b="b"/>
              <a:pathLst>
                <a:path w="3935095" h="949325">
                  <a:moveTo>
                    <a:pt x="3856273" y="949002"/>
                  </a:moveTo>
                  <a:lnTo>
                    <a:pt x="78437" y="949002"/>
                  </a:lnTo>
                  <a:lnTo>
                    <a:pt x="72978" y="948464"/>
                  </a:lnTo>
                  <a:lnTo>
                    <a:pt x="32726" y="931791"/>
                  </a:lnTo>
                  <a:lnTo>
                    <a:pt x="8499" y="902270"/>
                  </a:lnTo>
                  <a:lnTo>
                    <a:pt x="0" y="870564"/>
                  </a:lnTo>
                  <a:lnTo>
                    <a:pt x="0" y="865052"/>
                  </a:lnTo>
                  <a:lnTo>
                    <a:pt x="0" y="78437"/>
                  </a:lnTo>
                  <a:lnTo>
                    <a:pt x="11085" y="41892"/>
                  </a:lnTo>
                  <a:lnTo>
                    <a:pt x="41893" y="11085"/>
                  </a:lnTo>
                  <a:lnTo>
                    <a:pt x="78437" y="0"/>
                  </a:lnTo>
                  <a:lnTo>
                    <a:pt x="3856273" y="0"/>
                  </a:lnTo>
                  <a:lnTo>
                    <a:pt x="3892816" y="11085"/>
                  </a:lnTo>
                  <a:lnTo>
                    <a:pt x="3923623" y="41892"/>
                  </a:lnTo>
                  <a:lnTo>
                    <a:pt x="3934710" y="78437"/>
                  </a:lnTo>
                  <a:lnTo>
                    <a:pt x="3934710" y="870564"/>
                  </a:lnTo>
                  <a:lnTo>
                    <a:pt x="3923623" y="907108"/>
                  </a:lnTo>
                  <a:lnTo>
                    <a:pt x="3892816" y="937916"/>
                  </a:lnTo>
                  <a:lnTo>
                    <a:pt x="3861731" y="948464"/>
                  </a:lnTo>
                  <a:lnTo>
                    <a:pt x="3856273" y="9490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49601" y="3365908"/>
              <a:ext cx="3935095" cy="949325"/>
            </a:xfrm>
            <a:custGeom>
              <a:avLst/>
              <a:gdLst/>
              <a:ahLst/>
              <a:cxnLst/>
              <a:rect l="l" t="t" r="r" b="b"/>
              <a:pathLst>
                <a:path w="3935095" h="949325">
                  <a:moveTo>
                    <a:pt x="0" y="865052"/>
                  </a:moveTo>
                  <a:lnTo>
                    <a:pt x="0" y="83950"/>
                  </a:lnTo>
                  <a:lnTo>
                    <a:pt x="0" y="78437"/>
                  </a:lnTo>
                  <a:lnTo>
                    <a:pt x="537" y="72978"/>
                  </a:lnTo>
                  <a:lnTo>
                    <a:pt x="1613" y="67571"/>
                  </a:lnTo>
                  <a:lnTo>
                    <a:pt x="2688" y="62165"/>
                  </a:lnTo>
                  <a:lnTo>
                    <a:pt x="4280" y="56915"/>
                  </a:lnTo>
                  <a:lnTo>
                    <a:pt x="24588" y="24588"/>
                  </a:lnTo>
                  <a:lnTo>
                    <a:pt x="28486" y="20690"/>
                  </a:lnTo>
                  <a:lnTo>
                    <a:pt x="32726" y="17210"/>
                  </a:lnTo>
                  <a:lnTo>
                    <a:pt x="37309" y="14148"/>
                  </a:lnTo>
                  <a:lnTo>
                    <a:pt x="41893" y="11085"/>
                  </a:lnTo>
                  <a:lnTo>
                    <a:pt x="78437" y="0"/>
                  </a:lnTo>
                  <a:lnTo>
                    <a:pt x="83950" y="0"/>
                  </a:lnTo>
                  <a:lnTo>
                    <a:pt x="3850760" y="0"/>
                  </a:lnTo>
                  <a:lnTo>
                    <a:pt x="3856273" y="0"/>
                  </a:lnTo>
                  <a:lnTo>
                    <a:pt x="3861731" y="537"/>
                  </a:lnTo>
                  <a:lnTo>
                    <a:pt x="3897400" y="14147"/>
                  </a:lnTo>
                  <a:lnTo>
                    <a:pt x="3923623" y="41892"/>
                  </a:lnTo>
                  <a:lnTo>
                    <a:pt x="3928319" y="51823"/>
                  </a:lnTo>
                  <a:lnTo>
                    <a:pt x="3930429" y="56915"/>
                  </a:lnTo>
                  <a:lnTo>
                    <a:pt x="3934710" y="83950"/>
                  </a:lnTo>
                  <a:lnTo>
                    <a:pt x="3934710" y="865052"/>
                  </a:lnTo>
                  <a:lnTo>
                    <a:pt x="3928319" y="897178"/>
                  </a:lnTo>
                  <a:lnTo>
                    <a:pt x="3926209" y="902270"/>
                  </a:lnTo>
                  <a:lnTo>
                    <a:pt x="3901983" y="931791"/>
                  </a:lnTo>
                  <a:lnTo>
                    <a:pt x="3882886" y="942611"/>
                  </a:lnTo>
                  <a:lnTo>
                    <a:pt x="3877793" y="944721"/>
                  </a:lnTo>
                  <a:lnTo>
                    <a:pt x="3872543" y="946313"/>
                  </a:lnTo>
                  <a:lnTo>
                    <a:pt x="3867137" y="947389"/>
                  </a:lnTo>
                  <a:lnTo>
                    <a:pt x="3861731" y="948464"/>
                  </a:lnTo>
                  <a:lnTo>
                    <a:pt x="3856273" y="949002"/>
                  </a:lnTo>
                  <a:lnTo>
                    <a:pt x="3850760" y="949002"/>
                  </a:lnTo>
                  <a:lnTo>
                    <a:pt x="83950" y="949002"/>
                  </a:lnTo>
                  <a:lnTo>
                    <a:pt x="78437" y="949002"/>
                  </a:lnTo>
                  <a:lnTo>
                    <a:pt x="72978" y="948464"/>
                  </a:lnTo>
                  <a:lnTo>
                    <a:pt x="67572" y="947389"/>
                  </a:lnTo>
                  <a:lnTo>
                    <a:pt x="62165" y="946313"/>
                  </a:lnTo>
                  <a:lnTo>
                    <a:pt x="56916" y="944721"/>
                  </a:lnTo>
                  <a:lnTo>
                    <a:pt x="51823" y="942611"/>
                  </a:lnTo>
                  <a:lnTo>
                    <a:pt x="46731" y="940502"/>
                  </a:lnTo>
                  <a:lnTo>
                    <a:pt x="41893" y="937916"/>
                  </a:lnTo>
                  <a:lnTo>
                    <a:pt x="37309" y="934853"/>
                  </a:lnTo>
                  <a:lnTo>
                    <a:pt x="32726" y="931791"/>
                  </a:lnTo>
                  <a:lnTo>
                    <a:pt x="8499" y="902270"/>
                  </a:lnTo>
                  <a:lnTo>
                    <a:pt x="6390" y="897178"/>
                  </a:lnTo>
                  <a:lnTo>
                    <a:pt x="4280" y="892085"/>
                  </a:lnTo>
                  <a:lnTo>
                    <a:pt x="2688" y="886836"/>
                  </a:lnTo>
                  <a:lnTo>
                    <a:pt x="1613" y="881429"/>
                  </a:lnTo>
                  <a:lnTo>
                    <a:pt x="537" y="876023"/>
                  </a:lnTo>
                  <a:lnTo>
                    <a:pt x="0" y="870564"/>
                  </a:lnTo>
                  <a:lnTo>
                    <a:pt x="0" y="865052"/>
                  </a:lnTo>
                  <a:close/>
                </a:path>
              </a:pathLst>
            </a:custGeom>
            <a:ln w="730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35751" y="3617759"/>
              <a:ext cx="438150" cy="438150"/>
            </a:xfrm>
            <a:custGeom>
              <a:avLst/>
              <a:gdLst/>
              <a:ahLst/>
              <a:cxnLst/>
              <a:rect l="l" t="t" r="r" b="b"/>
              <a:pathLst>
                <a:path w="438150" h="438150">
                  <a:moveTo>
                    <a:pt x="356152" y="438001"/>
                  </a:moveTo>
                  <a:lnTo>
                    <a:pt x="81848" y="438001"/>
                  </a:lnTo>
                  <a:lnTo>
                    <a:pt x="76151" y="437440"/>
                  </a:lnTo>
                  <a:lnTo>
                    <a:pt x="34149" y="420041"/>
                  </a:lnTo>
                  <a:lnTo>
                    <a:pt x="8869" y="389237"/>
                  </a:lnTo>
                  <a:lnTo>
                    <a:pt x="0" y="356152"/>
                  </a:lnTo>
                  <a:lnTo>
                    <a:pt x="0" y="350400"/>
                  </a:lnTo>
                  <a:lnTo>
                    <a:pt x="0" y="81848"/>
                  </a:lnTo>
                  <a:lnTo>
                    <a:pt x="11567" y="43714"/>
                  </a:lnTo>
                  <a:lnTo>
                    <a:pt x="43714" y="11567"/>
                  </a:lnTo>
                  <a:lnTo>
                    <a:pt x="81848" y="0"/>
                  </a:lnTo>
                  <a:lnTo>
                    <a:pt x="356152" y="0"/>
                  </a:lnTo>
                  <a:lnTo>
                    <a:pt x="394286" y="11567"/>
                  </a:lnTo>
                  <a:lnTo>
                    <a:pt x="426433" y="43714"/>
                  </a:lnTo>
                  <a:lnTo>
                    <a:pt x="438001" y="81848"/>
                  </a:lnTo>
                  <a:lnTo>
                    <a:pt x="438001" y="356152"/>
                  </a:lnTo>
                  <a:lnTo>
                    <a:pt x="426433" y="394285"/>
                  </a:lnTo>
                  <a:lnTo>
                    <a:pt x="394286" y="426433"/>
                  </a:lnTo>
                  <a:lnTo>
                    <a:pt x="361849" y="437440"/>
                  </a:lnTo>
                  <a:lnTo>
                    <a:pt x="356152" y="4380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152" y="3731959"/>
              <a:ext cx="180975" cy="2032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690702" y="3677924"/>
            <a:ext cx="2933065" cy="46990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250" b="1" spc="-3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150" b="1" spc="-3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</a:t>
            </a:r>
            <a:r>
              <a:rPr sz="1250" b="1" spc="-3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sz="1250" b="1" spc="-30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sz="1250" b="1" spc="-3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50" b="1" spc="-10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sz="1250" b="1" spc="-3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50" b="1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sz="1250" b="1" spc="-3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50" b="1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sz="1250" b="1" spc="-3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50" b="1" spc="-2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endParaRPr sz="12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5000"/>
              </a:lnSpc>
              <a:spcBef>
                <a:spcPts val="350"/>
              </a:spcBef>
            </a:pPr>
            <a:endParaRPr sz="9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23688" y="3334511"/>
            <a:ext cx="4053840" cy="1069975"/>
            <a:chOff x="5123688" y="3334511"/>
            <a:chExt cx="4053840" cy="1069975"/>
          </a:xfrm>
        </p:grpSpPr>
        <p:sp>
          <p:nvSpPr>
            <p:cNvPr id="12" name="object 12"/>
            <p:cNvSpPr/>
            <p:nvPr/>
          </p:nvSpPr>
          <p:spPr>
            <a:xfrm>
              <a:off x="5123688" y="3334511"/>
              <a:ext cx="4053840" cy="1069975"/>
            </a:xfrm>
            <a:custGeom>
              <a:avLst/>
              <a:gdLst/>
              <a:ahLst/>
              <a:cxnLst/>
              <a:rect l="l" t="t" r="r" b="b"/>
              <a:pathLst>
                <a:path w="4053840" h="1069975">
                  <a:moveTo>
                    <a:pt x="4053839" y="1069847"/>
                  </a:moveTo>
                  <a:lnTo>
                    <a:pt x="0" y="1069847"/>
                  </a:lnTo>
                  <a:lnTo>
                    <a:pt x="0" y="0"/>
                  </a:lnTo>
                  <a:lnTo>
                    <a:pt x="4053839" y="0"/>
                  </a:lnTo>
                  <a:lnTo>
                    <a:pt x="4053839" y="35046"/>
                  </a:lnTo>
                  <a:lnTo>
                    <a:pt x="143875" y="35046"/>
                  </a:lnTo>
                  <a:lnTo>
                    <a:pt x="135964" y="35428"/>
                  </a:lnTo>
                  <a:lnTo>
                    <a:pt x="99254" y="48566"/>
                  </a:lnTo>
                  <a:lnTo>
                    <a:pt x="73067" y="77454"/>
                  </a:lnTo>
                  <a:lnTo>
                    <a:pt x="63575" y="115346"/>
                  </a:lnTo>
                  <a:lnTo>
                    <a:pt x="63575" y="896448"/>
                  </a:lnTo>
                  <a:lnTo>
                    <a:pt x="73067" y="934340"/>
                  </a:lnTo>
                  <a:lnTo>
                    <a:pt x="99254" y="963228"/>
                  </a:lnTo>
                  <a:lnTo>
                    <a:pt x="135964" y="976366"/>
                  </a:lnTo>
                  <a:lnTo>
                    <a:pt x="143875" y="976748"/>
                  </a:lnTo>
                  <a:lnTo>
                    <a:pt x="4053839" y="976748"/>
                  </a:lnTo>
                  <a:lnTo>
                    <a:pt x="4053839" y="1069847"/>
                  </a:lnTo>
                  <a:close/>
                </a:path>
                <a:path w="4053840" h="1069975">
                  <a:moveTo>
                    <a:pt x="4053839" y="976748"/>
                  </a:moveTo>
                  <a:lnTo>
                    <a:pt x="3910685" y="976748"/>
                  </a:lnTo>
                  <a:lnTo>
                    <a:pt x="3918595" y="976366"/>
                  </a:lnTo>
                  <a:lnTo>
                    <a:pt x="3926354" y="975220"/>
                  </a:lnTo>
                  <a:lnTo>
                    <a:pt x="3961602" y="958552"/>
                  </a:lnTo>
                  <a:lnTo>
                    <a:pt x="3984872" y="927177"/>
                  </a:lnTo>
                  <a:lnTo>
                    <a:pt x="3990986" y="896448"/>
                  </a:lnTo>
                  <a:lnTo>
                    <a:pt x="3990986" y="115346"/>
                  </a:lnTo>
                  <a:lnTo>
                    <a:pt x="3981492" y="77454"/>
                  </a:lnTo>
                  <a:lnTo>
                    <a:pt x="3955306" y="48566"/>
                  </a:lnTo>
                  <a:lnTo>
                    <a:pt x="3918595" y="35428"/>
                  </a:lnTo>
                  <a:lnTo>
                    <a:pt x="3910685" y="35046"/>
                  </a:lnTo>
                  <a:lnTo>
                    <a:pt x="4053839" y="35046"/>
                  </a:lnTo>
                  <a:lnTo>
                    <a:pt x="4053839" y="976748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83612" y="3365908"/>
              <a:ext cx="3935095" cy="949325"/>
            </a:xfrm>
            <a:custGeom>
              <a:avLst/>
              <a:gdLst/>
              <a:ahLst/>
              <a:cxnLst/>
              <a:rect l="l" t="t" r="r" b="b"/>
              <a:pathLst>
                <a:path w="3935095" h="949325">
                  <a:moveTo>
                    <a:pt x="3856273" y="949002"/>
                  </a:moveTo>
                  <a:lnTo>
                    <a:pt x="78438" y="949002"/>
                  </a:lnTo>
                  <a:lnTo>
                    <a:pt x="72978" y="948464"/>
                  </a:lnTo>
                  <a:lnTo>
                    <a:pt x="32726" y="931791"/>
                  </a:lnTo>
                  <a:lnTo>
                    <a:pt x="8499" y="902270"/>
                  </a:lnTo>
                  <a:lnTo>
                    <a:pt x="0" y="870564"/>
                  </a:lnTo>
                  <a:lnTo>
                    <a:pt x="0" y="865052"/>
                  </a:lnTo>
                  <a:lnTo>
                    <a:pt x="0" y="78437"/>
                  </a:lnTo>
                  <a:lnTo>
                    <a:pt x="11085" y="41892"/>
                  </a:lnTo>
                  <a:lnTo>
                    <a:pt x="41892" y="11085"/>
                  </a:lnTo>
                  <a:lnTo>
                    <a:pt x="78438" y="0"/>
                  </a:lnTo>
                  <a:lnTo>
                    <a:pt x="3856273" y="0"/>
                  </a:lnTo>
                  <a:lnTo>
                    <a:pt x="3892816" y="11085"/>
                  </a:lnTo>
                  <a:lnTo>
                    <a:pt x="3923624" y="41892"/>
                  </a:lnTo>
                  <a:lnTo>
                    <a:pt x="3934711" y="78437"/>
                  </a:lnTo>
                  <a:lnTo>
                    <a:pt x="3934711" y="870564"/>
                  </a:lnTo>
                  <a:lnTo>
                    <a:pt x="3923624" y="907108"/>
                  </a:lnTo>
                  <a:lnTo>
                    <a:pt x="3892816" y="937916"/>
                  </a:lnTo>
                  <a:lnTo>
                    <a:pt x="3861732" y="948464"/>
                  </a:lnTo>
                  <a:lnTo>
                    <a:pt x="3856273" y="9490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83612" y="3365908"/>
              <a:ext cx="3935095" cy="949325"/>
            </a:xfrm>
            <a:custGeom>
              <a:avLst/>
              <a:gdLst/>
              <a:ahLst/>
              <a:cxnLst/>
              <a:rect l="l" t="t" r="r" b="b"/>
              <a:pathLst>
                <a:path w="3935095" h="949325">
                  <a:moveTo>
                    <a:pt x="0" y="865052"/>
                  </a:moveTo>
                  <a:lnTo>
                    <a:pt x="0" y="83950"/>
                  </a:lnTo>
                  <a:lnTo>
                    <a:pt x="0" y="78437"/>
                  </a:lnTo>
                  <a:lnTo>
                    <a:pt x="537" y="72978"/>
                  </a:lnTo>
                  <a:lnTo>
                    <a:pt x="1613" y="67571"/>
                  </a:lnTo>
                  <a:lnTo>
                    <a:pt x="2688" y="62165"/>
                  </a:lnTo>
                  <a:lnTo>
                    <a:pt x="4280" y="56915"/>
                  </a:lnTo>
                  <a:lnTo>
                    <a:pt x="6390" y="51823"/>
                  </a:lnTo>
                  <a:lnTo>
                    <a:pt x="8499" y="46730"/>
                  </a:lnTo>
                  <a:lnTo>
                    <a:pt x="11085" y="41892"/>
                  </a:lnTo>
                  <a:lnTo>
                    <a:pt x="14147" y="37309"/>
                  </a:lnTo>
                  <a:lnTo>
                    <a:pt x="17210" y="32726"/>
                  </a:lnTo>
                  <a:lnTo>
                    <a:pt x="20690" y="28485"/>
                  </a:lnTo>
                  <a:lnTo>
                    <a:pt x="24588" y="24588"/>
                  </a:lnTo>
                  <a:lnTo>
                    <a:pt x="28485" y="20690"/>
                  </a:lnTo>
                  <a:lnTo>
                    <a:pt x="32726" y="17210"/>
                  </a:lnTo>
                  <a:lnTo>
                    <a:pt x="37309" y="14148"/>
                  </a:lnTo>
                  <a:lnTo>
                    <a:pt x="41892" y="11085"/>
                  </a:lnTo>
                  <a:lnTo>
                    <a:pt x="78438" y="0"/>
                  </a:lnTo>
                  <a:lnTo>
                    <a:pt x="83950" y="0"/>
                  </a:lnTo>
                  <a:lnTo>
                    <a:pt x="3850760" y="0"/>
                  </a:lnTo>
                  <a:lnTo>
                    <a:pt x="3856273" y="0"/>
                  </a:lnTo>
                  <a:lnTo>
                    <a:pt x="3861732" y="537"/>
                  </a:lnTo>
                  <a:lnTo>
                    <a:pt x="3867137" y="1612"/>
                  </a:lnTo>
                  <a:lnTo>
                    <a:pt x="3872544" y="2688"/>
                  </a:lnTo>
                  <a:lnTo>
                    <a:pt x="3906224" y="20690"/>
                  </a:lnTo>
                  <a:lnTo>
                    <a:pt x="3910121" y="24588"/>
                  </a:lnTo>
                  <a:lnTo>
                    <a:pt x="3914019" y="28485"/>
                  </a:lnTo>
                  <a:lnTo>
                    <a:pt x="3928320" y="51823"/>
                  </a:lnTo>
                  <a:lnTo>
                    <a:pt x="3930429" y="56915"/>
                  </a:lnTo>
                  <a:lnTo>
                    <a:pt x="3932021" y="62165"/>
                  </a:lnTo>
                  <a:lnTo>
                    <a:pt x="3933097" y="67572"/>
                  </a:lnTo>
                  <a:lnTo>
                    <a:pt x="3934172" y="72978"/>
                  </a:lnTo>
                  <a:lnTo>
                    <a:pt x="3934711" y="78437"/>
                  </a:lnTo>
                  <a:lnTo>
                    <a:pt x="3934711" y="83950"/>
                  </a:lnTo>
                  <a:lnTo>
                    <a:pt x="3934711" y="865052"/>
                  </a:lnTo>
                  <a:lnTo>
                    <a:pt x="3934711" y="870564"/>
                  </a:lnTo>
                  <a:lnTo>
                    <a:pt x="3934172" y="876023"/>
                  </a:lnTo>
                  <a:lnTo>
                    <a:pt x="3933097" y="881429"/>
                  </a:lnTo>
                  <a:lnTo>
                    <a:pt x="3932021" y="886836"/>
                  </a:lnTo>
                  <a:lnTo>
                    <a:pt x="3930429" y="892085"/>
                  </a:lnTo>
                  <a:lnTo>
                    <a:pt x="3928320" y="897178"/>
                  </a:lnTo>
                  <a:lnTo>
                    <a:pt x="3926210" y="902270"/>
                  </a:lnTo>
                  <a:lnTo>
                    <a:pt x="3901983" y="931791"/>
                  </a:lnTo>
                  <a:lnTo>
                    <a:pt x="3897399" y="934853"/>
                  </a:lnTo>
                  <a:lnTo>
                    <a:pt x="3892816" y="937916"/>
                  </a:lnTo>
                  <a:lnTo>
                    <a:pt x="3887978" y="940502"/>
                  </a:lnTo>
                  <a:lnTo>
                    <a:pt x="3882886" y="942611"/>
                  </a:lnTo>
                  <a:lnTo>
                    <a:pt x="3877793" y="944721"/>
                  </a:lnTo>
                  <a:lnTo>
                    <a:pt x="3872544" y="946313"/>
                  </a:lnTo>
                  <a:lnTo>
                    <a:pt x="3867137" y="947389"/>
                  </a:lnTo>
                  <a:lnTo>
                    <a:pt x="3861732" y="948464"/>
                  </a:lnTo>
                  <a:lnTo>
                    <a:pt x="3856273" y="949002"/>
                  </a:lnTo>
                  <a:lnTo>
                    <a:pt x="3850760" y="949002"/>
                  </a:lnTo>
                  <a:lnTo>
                    <a:pt x="83950" y="949002"/>
                  </a:lnTo>
                  <a:lnTo>
                    <a:pt x="78438" y="949002"/>
                  </a:lnTo>
                  <a:lnTo>
                    <a:pt x="72978" y="948464"/>
                  </a:lnTo>
                  <a:lnTo>
                    <a:pt x="67571" y="947389"/>
                  </a:lnTo>
                  <a:lnTo>
                    <a:pt x="62165" y="946313"/>
                  </a:lnTo>
                  <a:lnTo>
                    <a:pt x="56915" y="944721"/>
                  </a:lnTo>
                  <a:lnTo>
                    <a:pt x="51823" y="942611"/>
                  </a:lnTo>
                  <a:lnTo>
                    <a:pt x="46730" y="940502"/>
                  </a:lnTo>
                  <a:lnTo>
                    <a:pt x="41892" y="937916"/>
                  </a:lnTo>
                  <a:lnTo>
                    <a:pt x="37309" y="934853"/>
                  </a:lnTo>
                  <a:lnTo>
                    <a:pt x="32726" y="931791"/>
                  </a:lnTo>
                  <a:lnTo>
                    <a:pt x="28485" y="928311"/>
                  </a:lnTo>
                  <a:lnTo>
                    <a:pt x="24588" y="924414"/>
                  </a:lnTo>
                  <a:lnTo>
                    <a:pt x="20690" y="920515"/>
                  </a:lnTo>
                  <a:lnTo>
                    <a:pt x="17210" y="916275"/>
                  </a:lnTo>
                  <a:lnTo>
                    <a:pt x="14147" y="911692"/>
                  </a:lnTo>
                  <a:lnTo>
                    <a:pt x="11085" y="907108"/>
                  </a:lnTo>
                  <a:lnTo>
                    <a:pt x="1613" y="881429"/>
                  </a:lnTo>
                  <a:lnTo>
                    <a:pt x="537" y="876023"/>
                  </a:lnTo>
                  <a:lnTo>
                    <a:pt x="0" y="870564"/>
                  </a:lnTo>
                  <a:lnTo>
                    <a:pt x="0" y="865052"/>
                  </a:lnTo>
                  <a:close/>
                </a:path>
              </a:pathLst>
            </a:custGeom>
            <a:ln w="730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69763" y="3617759"/>
              <a:ext cx="438150" cy="438150"/>
            </a:xfrm>
            <a:custGeom>
              <a:avLst/>
              <a:gdLst/>
              <a:ahLst/>
              <a:cxnLst/>
              <a:rect l="l" t="t" r="r" b="b"/>
              <a:pathLst>
                <a:path w="438150" h="438150">
                  <a:moveTo>
                    <a:pt x="356153" y="438001"/>
                  </a:moveTo>
                  <a:lnTo>
                    <a:pt x="81848" y="438001"/>
                  </a:lnTo>
                  <a:lnTo>
                    <a:pt x="76152" y="437440"/>
                  </a:lnTo>
                  <a:lnTo>
                    <a:pt x="34149" y="420041"/>
                  </a:lnTo>
                  <a:lnTo>
                    <a:pt x="8868" y="389237"/>
                  </a:lnTo>
                  <a:lnTo>
                    <a:pt x="0" y="356152"/>
                  </a:lnTo>
                  <a:lnTo>
                    <a:pt x="0" y="350400"/>
                  </a:lnTo>
                  <a:lnTo>
                    <a:pt x="0" y="81848"/>
                  </a:lnTo>
                  <a:lnTo>
                    <a:pt x="11567" y="43714"/>
                  </a:lnTo>
                  <a:lnTo>
                    <a:pt x="43714" y="11567"/>
                  </a:lnTo>
                  <a:lnTo>
                    <a:pt x="81848" y="0"/>
                  </a:lnTo>
                  <a:lnTo>
                    <a:pt x="356153" y="0"/>
                  </a:lnTo>
                  <a:lnTo>
                    <a:pt x="394286" y="11567"/>
                  </a:lnTo>
                  <a:lnTo>
                    <a:pt x="426433" y="43714"/>
                  </a:lnTo>
                  <a:lnTo>
                    <a:pt x="438001" y="81848"/>
                  </a:lnTo>
                  <a:lnTo>
                    <a:pt x="438001" y="356152"/>
                  </a:lnTo>
                  <a:lnTo>
                    <a:pt x="426433" y="394285"/>
                  </a:lnTo>
                  <a:lnTo>
                    <a:pt x="394286" y="426433"/>
                  </a:lnTo>
                  <a:lnTo>
                    <a:pt x="361849" y="437440"/>
                  </a:lnTo>
                  <a:lnTo>
                    <a:pt x="356153" y="4380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86564" y="3731959"/>
              <a:ext cx="203200" cy="203200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813816" y="1694687"/>
            <a:ext cx="7943215" cy="1435735"/>
            <a:chOff x="813816" y="1694687"/>
            <a:chExt cx="7943215" cy="1435735"/>
          </a:xfrm>
        </p:grpSpPr>
        <p:sp>
          <p:nvSpPr>
            <p:cNvPr id="19" name="object 19"/>
            <p:cNvSpPr/>
            <p:nvPr/>
          </p:nvSpPr>
          <p:spPr>
            <a:xfrm>
              <a:off x="1310952" y="2325655"/>
              <a:ext cx="7446645" cy="29209"/>
            </a:xfrm>
            <a:custGeom>
              <a:avLst/>
              <a:gdLst/>
              <a:ahLst/>
              <a:cxnLst/>
              <a:rect l="l" t="t" r="r" b="b"/>
              <a:pathLst>
                <a:path w="7446645" h="29210">
                  <a:moveTo>
                    <a:pt x="7446020" y="29200"/>
                  </a:moveTo>
                  <a:lnTo>
                    <a:pt x="0" y="29200"/>
                  </a:lnTo>
                  <a:lnTo>
                    <a:pt x="0" y="0"/>
                  </a:lnTo>
                  <a:lnTo>
                    <a:pt x="7446020" y="0"/>
                  </a:lnTo>
                  <a:lnTo>
                    <a:pt x="7446020" y="29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96112" y="1737359"/>
              <a:ext cx="2143125" cy="1264920"/>
            </a:xfrm>
            <a:custGeom>
              <a:avLst/>
              <a:gdLst/>
              <a:ahLst/>
              <a:cxnLst/>
              <a:rect l="l" t="t" r="r" b="b"/>
              <a:pathLst>
                <a:path w="2143125" h="1264920">
                  <a:moveTo>
                    <a:pt x="2142743" y="1264919"/>
                  </a:moveTo>
                  <a:lnTo>
                    <a:pt x="0" y="1264919"/>
                  </a:lnTo>
                  <a:lnTo>
                    <a:pt x="0" y="0"/>
                  </a:lnTo>
                  <a:lnTo>
                    <a:pt x="2142743" y="0"/>
                  </a:lnTo>
                  <a:lnTo>
                    <a:pt x="2142743" y="26193"/>
                  </a:lnTo>
                  <a:lnTo>
                    <a:pt x="166639" y="26193"/>
                  </a:lnTo>
                  <a:lnTo>
                    <a:pt x="155852" y="26714"/>
                  </a:lnTo>
                  <a:lnTo>
                    <a:pt x="114969" y="39138"/>
                  </a:lnTo>
                  <a:lnTo>
                    <a:pt x="81952" y="66261"/>
                  </a:lnTo>
                  <a:lnTo>
                    <a:pt x="61828" y="103955"/>
                  </a:lnTo>
                  <a:lnTo>
                    <a:pt x="57139" y="135694"/>
                  </a:lnTo>
                  <a:lnTo>
                    <a:pt x="57139" y="1070096"/>
                  </a:lnTo>
                  <a:lnTo>
                    <a:pt x="65474" y="1112000"/>
                  </a:lnTo>
                  <a:lnTo>
                    <a:pt x="89211" y="1147524"/>
                  </a:lnTo>
                  <a:lnTo>
                    <a:pt x="124736" y="1171261"/>
                  </a:lnTo>
                  <a:lnTo>
                    <a:pt x="166639" y="1179596"/>
                  </a:lnTo>
                  <a:lnTo>
                    <a:pt x="2142743" y="1179596"/>
                  </a:lnTo>
                  <a:lnTo>
                    <a:pt x="2142743" y="1264919"/>
                  </a:lnTo>
                  <a:close/>
                </a:path>
                <a:path w="2143125" h="1264920">
                  <a:moveTo>
                    <a:pt x="2142743" y="1179596"/>
                  </a:moveTo>
                  <a:lnTo>
                    <a:pt x="1977044" y="1179596"/>
                  </a:lnTo>
                  <a:lnTo>
                    <a:pt x="1987831" y="1179075"/>
                  </a:lnTo>
                  <a:lnTo>
                    <a:pt x="1998411" y="1177512"/>
                  </a:lnTo>
                  <a:lnTo>
                    <a:pt x="2037890" y="1161159"/>
                  </a:lnTo>
                  <a:lnTo>
                    <a:pt x="2068107" y="1130942"/>
                  </a:lnTo>
                  <a:lnTo>
                    <a:pt x="2084461" y="1091462"/>
                  </a:lnTo>
                  <a:lnTo>
                    <a:pt x="2086545" y="1070096"/>
                  </a:lnTo>
                  <a:lnTo>
                    <a:pt x="2086545" y="135694"/>
                  </a:lnTo>
                  <a:lnTo>
                    <a:pt x="2078209" y="93790"/>
                  </a:lnTo>
                  <a:lnTo>
                    <a:pt x="2054472" y="58265"/>
                  </a:lnTo>
                  <a:lnTo>
                    <a:pt x="2018948" y="34529"/>
                  </a:lnTo>
                  <a:lnTo>
                    <a:pt x="1977044" y="26193"/>
                  </a:lnTo>
                  <a:lnTo>
                    <a:pt x="2142743" y="26193"/>
                  </a:lnTo>
                  <a:lnTo>
                    <a:pt x="2142743" y="117959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13816" y="1694687"/>
              <a:ext cx="2310765" cy="1435735"/>
            </a:xfrm>
            <a:custGeom>
              <a:avLst/>
              <a:gdLst/>
              <a:ahLst/>
              <a:cxnLst/>
              <a:rect l="l" t="t" r="r" b="b"/>
              <a:pathLst>
                <a:path w="2310765" h="1435735">
                  <a:moveTo>
                    <a:pt x="2310383" y="1435607"/>
                  </a:moveTo>
                  <a:lnTo>
                    <a:pt x="0" y="1435607"/>
                  </a:lnTo>
                  <a:lnTo>
                    <a:pt x="0" y="0"/>
                  </a:lnTo>
                  <a:lnTo>
                    <a:pt x="2310383" y="0"/>
                  </a:lnTo>
                  <a:lnTo>
                    <a:pt x="2310383" y="68865"/>
                  </a:lnTo>
                  <a:lnTo>
                    <a:pt x="248935" y="68865"/>
                  </a:lnTo>
                  <a:lnTo>
                    <a:pt x="238148" y="69386"/>
                  </a:lnTo>
                  <a:lnTo>
                    <a:pt x="197265" y="81810"/>
                  </a:lnTo>
                  <a:lnTo>
                    <a:pt x="164248" y="108933"/>
                  </a:lnTo>
                  <a:lnTo>
                    <a:pt x="144124" y="146627"/>
                  </a:lnTo>
                  <a:lnTo>
                    <a:pt x="139435" y="178366"/>
                  </a:lnTo>
                  <a:lnTo>
                    <a:pt x="139435" y="1112768"/>
                  </a:lnTo>
                  <a:lnTo>
                    <a:pt x="147770" y="1154672"/>
                  </a:lnTo>
                  <a:lnTo>
                    <a:pt x="171507" y="1190196"/>
                  </a:lnTo>
                  <a:lnTo>
                    <a:pt x="207032" y="1213933"/>
                  </a:lnTo>
                  <a:lnTo>
                    <a:pt x="248935" y="1222268"/>
                  </a:lnTo>
                  <a:lnTo>
                    <a:pt x="2310383" y="1222268"/>
                  </a:lnTo>
                  <a:lnTo>
                    <a:pt x="2310383" y="1435607"/>
                  </a:lnTo>
                  <a:close/>
                </a:path>
                <a:path w="2310765" h="1435735">
                  <a:moveTo>
                    <a:pt x="2310383" y="1222268"/>
                  </a:moveTo>
                  <a:lnTo>
                    <a:pt x="2059340" y="1222268"/>
                  </a:lnTo>
                  <a:lnTo>
                    <a:pt x="2070127" y="1221747"/>
                  </a:lnTo>
                  <a:lnTo>
                    <a:pt x="2080707" y="1220184"/>
                  </a:lnTo>
                  <a:lnTo>
                    <a:pt x="2120186" y="1203831"/>
                  </a:lnTo>
                  <a:lnTo>
                    <a:pt x="2150403" y="1173614"/>
                  </a:lnTo>
                  <a:lnTo>
                    <a:pt x="2166757" y="1134134"/>
                  </a:lnTo>
                  <a:lnTo>
                    <a:pt x="2168841" y="1112768"/>
                  </a:lnTo>
                  <a:lnTo>
                    <a:pt x="2168841" y="178366"/>
                  </a:lnTo>
                  <a:lnTo>
                    <a:pt x="2160505" y="136462"/>
                  </a:lnTo>
                  <a:lnTo>
                    <a:pt x="2136768" y="100937"/>
                  </a:lnTo>
                  <a:lnTo>
                    <a:pt x="2101244" y="77201"/>
                  </a:lnTo>
                  <a:lnTo>
                    <a:pt x="2059340" y="68865"/>
                  </a:lnTo>
                  <a:lnTo>
                    <a:pt x="2310383" y="68865"/>
                  </a:lnTo>
                  <a:lnTo>
                    <a:pt x="2310383" y="1222268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45951" y="1778153"/>
              <a:ext cx="2044064" cy="1146175"/>
            </a:xfrm>
            <a:custGeom>
              <a:avLst/>
              <a:gdLst/>
              <a:ahLst/>
              <a:cxnLst/>
              <a:rect l="l" t="t" r="r" b="b"/>
              <a:pathLst>
                <a:path w="2044064" h="1146175">
                  <a:moveTo>
                    <a:pt x="1934874" y="1146102"/>
                  </a:moveTo>
                  <a:lnTo>
                    <a:pt x="109131" y="1146102"/>
                  </a:lnTo>
                  <a:lnTo>
                    <a:pt x="101535" y="1145354"/>
                  </a:lnTo>
                  <a:lnTo>
                    <a:pt x="65017" y="1134276"/>
                  </a:lnTo>
                  <a:lnTo>
                    <a:pt x="28787" y="1106469"/>
                  </a:lnTo>
                  <a:lnTo>
                    <a:pt x="5955" y="1066914"/>
                  </a:lnTo>
                  <a:lnTo>
                    <a:pt x="0" y="1036971"/>
                  </a:lnTo>
                  <a:lnTo>
                    <a:pt x="0" y="1029302"/>
                  </a:lnTo>
                  <a:lnTo>
                    <a:pt x="0" y="88669"/>
                  </a:lnTo>
                  <a:lnTo>
                    <a:pt x="15423" y="47357"/>
                  </a:lnTo>
                  <a:lnTo>
                    <a:pt x="45532" y="19455"/>
                  </a:lnTo>
                  <a:lnTo>
                    <a:pt x="86491" y="3039"/>
                  </a:lnTo>
                  <a:lnTo>
                    <a:pt x="109131" y="0"/>
                  </a:lnTo>
                  <a:lnTo>
                    <a:pt x="1934874" y="0"/>
                  </a:lnTo>
                  <a:lnTo>
                    <a:pt x="1978988" y="9608"/>
                  </a:lnTo>
                  <a:lnTo>
                    <a:pt x="2015218" y="32201"/>
                  </a:lnTo>
                  <a:lnTo>
                    <a:pt x="2038049" y="64340"/>
                  </a:lnTo>
                  <a:lnTo>
                    <a:pt x="2044005" y="88669"/>
                  </a:lnTo>
                  <a:lnTo>
                    <a:pt x="2044005" y="1036971"/>
                  </a:lnTo>
                  <a:lnTo>
                    <a:pt x="2032179" y="1081085"/>
                  </a:lnTo>
                  <a:lnTo>
                    <a:pt x="2004372" y="1117315"/>
                  </a:lnTo>
                  <a:lnTo>
                    <a:pt x="1964817" y="1140146"/>
                  </a:lnTo>
                  <a:lnTo>
                    <a:pt x="1942469" y="1145354"/>
                  </a:lnTo>
                  <a:lnTo>
                    <a:pt x="1934874" y="11461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45951" y="1756253"/>
              <a:ext cx="2044064" cy="116839"/>
            </a:xfrm>
            <a:custGeom>
              <a:avLst/>
              <a:gdLst/>
              <a:ahLst/>
              <a:cxnLst/>
              <a:rect l="l" t="t" r="r" b="b"/>
              <a:pathLst>
                <a:path w="2044064" h="116839">
                  <a:moveTo>
                    <a:pt x="0" y="116800"/>
                  </a:moveTo>
                  <a:lnTo>
                    <a:pt x="8890" y="72102"/>
                  </a:lnTo>
                  <a:lnTo>
                    <a:pt x="34209" y="34209"/>
                  </a:lnTo>
                  <a:lnTo>
                    <a:pt x="72102" y="8890"/>
                  </a:lnTo>
                  <a:lnTo>
                    <a:pt x="116800" y="0"/>
                  </a:lnTo>
                  <a:lnTo>
                    <a:pt x="1927205" y="0"/>
                  </a:lnTo>
                  <a:lnTo>
                    <a:pt x="1971902" y="8890"/>
                  </a:lnTo>
                  <a:lnTo>
                    <a:pt x="2009795" y="34209"/>
                  </a:lnTo>
                  <a:lnTo>
                    <a:pt x="2018326" y="43800"/>
                  </a:lnTo>
                  <a:lnTo>
                    <a:pt x="116800" y="43800"/>
                  </a:lnTo>
                  <a:lnTo>
                    <a:pt x="105294" y="44147"/>
                  </a:lnTo>
                  <a:lnTo>
                    <a:pt x="61685" y="52429"/>
                  </a:lnTo>
                  <a:lnTo>
                    <a:pt x="26466" y="70511"/>
                  </a:lnTo>
                  <a:lnTo>
                    <a:pt x="2222" y="102556"/>
                  </a:lnTo>
                  <a:lnTo>
                    <a:pt x="555" y="109609"/>
                  </a:lnTo>
                  <a:lnTo>
                    <a:pt x="0" y="116800"/>
                  </a:lnTo>
                  <a:close/>
                </a:path>
                <a:path w="2044064" h="116839">
                  <a:moveTo>
                    <a:pt x="2044005" y="116800"/>
                  </a:moveTo>
                  <a:lnTo>
                    <a:pt x="2024339" y="76235"/>
                  </a:lnTo>
                  <a:lnTo>
                    <a:pt x="1982320" y="52429"/>
                  </a:lnTo>
                  <a:lnTo>
                    <a:pt x="1938711" y="44147"/>
                  </a:lnTo>
                  <a:lnTo>
                    <a:pt x="1927205" y="43800"/>
                  </a:lnTo>
                  <a:lnTo>
                    <a:pt x="2018326" y="43800"/>
                  </a:lnTo>
                  <a:lnTo>
                    <a:pt x="2039004" y="82945"/>
                  </a:lnTo>
                  <a:lnTo>
                    <a:pt x="2043449" y="105294"/>
                  </a:lnTo>
                  <a:lnTo>
                    <a:pt x="2044005" y="116800"/>
                  </a:lnTo>
                  <a:close/>
                </a:path>
              </a:pathLst>
            </a:custGeom>
            <a:solidFill>
              <a:srgbClr val="6473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85453" y="1924154"/>
              <a:ext cx="365125" cy="365125"/>
            </a:xfrm>
            <a:custGeom>
              <a:avLst/>
              <a:gdLst/>
              <a:ahLst/>
              <a:cxnLst/>
              <a:rect l="l" t="t" r="r" b="b"/>
              <a:pathLst>
                <a:path w="365125" h="365125">
                  <a:moveTo>
                    <a:pt x="182500" y="365000"/>
                  </a:moveTo>
                  <a:lnTo>
                    <a:pt x="138145" y="359530"/>
                  </a:lnTo>
                  <a:lnTo>
                    <a:pt x="96469" y="343453"/>
                  </a:lnTo>
                  <a:lnTo>
                    <a:pt x="59947" y="317732"/>
                  </a:lnTo>
                  <a:lnTo>
                    <a:pt x="30756" y="283892"/>
                  </a:lnTo>
                  <a:lnTo>
                    <a:pt x="10663" y="243973"/>
                  </a:lnTo>
                  <a:lnTo>
                    <a:pt x="876" y="200388"/>
                  </a:lnTo>
                  <a:lnTo>
                    <a:pt x="0" y="182500"/>
                  </a:lnTo>
                  <a:lnTo>
                    <a:pt x="219" y="173534"/>
                  </a:lnTo>
                  <a:lnTo>
                    <a:pt x="7856" y="129522"/>
                  </a:lnTo>
                  <a:lnTo>
                    <a:pt x="25957" y="88685"/>
                  </a:lnTo>
                  <a:lnTo>
                    <a:pt x="53453" y="53453"/>
                  </a:lnTo>
                  <a:lnTo>
                    <a:pt x="88685" y="25957"/>
                  </a:lnTo>
                  <a:lnTo>
                    <a:pt x="129522" y="7856"/>
                  </a:lnTo>
                  <a:lnTo>
                    <a:pt x="173534" y="219"/>
                  </a:lnTo>
                  <a:lnTo>
                    <a:pt x="182500" y="0"/>
                  </a:lnTo>
                  <a:lnTo>
                    <a:pt x="191466" y="219"/>
                  </a:lnTo>
                  <a:lnTo>
                    <a:pt x="235477" y="7856"/>
                  </a:lnTo>
                  <a:lnTo>
                    <a:pt x="276315" y="25957"/>
                  </a:lnTo>
                  <a:lnTo>
                    <a:pt x="311547" y="53453"/>
                  </a:lnTo>
                  <a:lnTo>
                    <a:pt x="339042" y="88685"/>
                  </a:lnTo>
                  <a:lnTo>
                    <a:pt x="357144" y="129522"/>
                  </a:lnTo>
                  <a:lnTo>
                    <a:pt x="364781" y="173534"/>
                  </a:lnTo>
                  <a:lnTo>
                    <a:pt x="365000" y="182500"/>
                  </a:lnTo>
                  <a:lnTo>
                    <a:pt x="364781" y="191466"/>
                  </a:lnTo>
                  <a:lnTo>
                    <a:pt x="357144" y="235478"/>
                  </a:lnTo>
                  <a:lnTo>
                    <a:pt x="339042" y="276315"/>
                  </a:lnTo>
                  <a:lnTo>
                    <a:pt x="311547" y="311547"/>
                  </a:lnTo>
                  <a:lnTo>
                    <a:pt x="276315" y="339042"/>
                  </a:lnTo>
                  <a:lnTo>
                    <a:pt x="235477" y="357144"/>
                  </a:lnTo>
                  <a:lnTo>
                    <a:pt x="191466" y="364781"/>
                  </a:lnTo>
                  <a:lnTo>
                    <a:pt x="182500" y="36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80354" y="2016779"/>
              <a:ext cx="174625" cy="17780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468527" y="2356391"/>
            <a:ext cx="979170" cy="407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sz="1300" b="1" spc="-85" dirty="0">
                <a:solidFill>
                  <a:srgbClr val="334054"/>
                </a:solidFill>
                <a:latin typeface="Aptos Black" panose="020B0004020202020204" pitchFamily="34" charset="0"/>
                <a:cs typeface="Tahoma" panose="020B0604030504040204"/>
              </a:rPr>
              <a:t>Th</a:t>
            </a:r>
            <a:r>
              <a:rPr sz="1300" b="1" spc="-85" dirty="0">
                <a:solidFill>
                  <a:srgbClr val="334054"/>
                </a:solidFill>
                <a:latin typeface="Aptos Black" panose="020B0004020202020204" pitchFamily="34" charset="0"/>
                <a:cs typeface="Arial" panose="020B0604020202020204"/>
              </a:rPr>
              <a:t>ự</a:t>
            </a:r>
            <a:r>
              <a:rPr sz="1300" b="1" spc="-85" dirty="0">
                <a:solidFill>
                  <a:srgbClr val="334054"/>
                </a:solidFill>
                <a:latin typeface="Aptos Black" panose="020B0004020202020204" pitchFamily="34" charset="0"/>
                <a:cs typeface="Tahoma" panose="020B0604030504040204"/>
              </a:rPr>
              <a:t>c</a:t>
            </a:r>
            <a:r>
              <a:rPr sz="1300" b="1" spc="-25" dirty="0">
                <a:solidFill>
                  <a:srgbClr val="334054"/>
                </a:solidFill>
                <a:latin typeface="Aptos Black" panose="020B0004020202020204" pitchFamily="34" charset="0"/>
                <a:cs typeface="Tahoma" panose="020B0604030504040204"/>
              </a:rPr>
              <a:t> </a:t>
            </a:r>
            <a:r>
              <a:rPr sz="1300" b="1" spc="-20" dirty="0">
                <a:solidFill>
                  <a:srgbClr val="334054"/>
                </a:solidFill>
                <a:latin typeface="Aptos Black" panose="020B0004020202020204" pitchFamily="34" charset="0"/>
                <a:cs typeface="Tahoma" panose="020B0604030504040204"/>
              </a:rPr>
              <a:t>ti</a:t>
            </a:r>
            <a:r>
              <a:rPr sz="1300" b="1" spc="-20" dirty="0">
                <a:solidFill>
                  <a:srgbClr val="334054"/>
                </a:solidFill>
                <a:latin typeface="Aptos Black" panose="020B0004020202020204" pitchFamily="34" charset="0"/>
                <a:cs typeface="Arial" panose="020B0604020202020204"/>
              </a:rPr>
              <a:t>ễ</a:t>
            </a:r>
            <a:r>
              <a:rPr sz="1300" b="1" spc="-20" dirty="0">
                <a:solidFill>
                  <a:srgbClr val="334054"/>
                </a:solidFill>
                <a:latin typeface="Aptos Black" panose="020B0004020202020204" pitchFamily="34" charset="0"/>
                <a:cs typeface="Tahoma" panose="020B0604030504040204"/>
              </a:rPr>
              <a:t>n</a:t>
            </a:r>
            <a:endParaRPr sz="1300" b="1">
              <a:latin typeface="Aptos Black" panose="020B0004020202020204" pitchFamily="34" charset="0"/>
              <a:cs typeface="Tahoma" panose="020B0604030504040204"/>
            </a:endParaRPr>
          </a:p>
          <a:p>
            <a:pPr marL="22225" algn="ctr">
              <a:lnSpc>
                <a:spcPct val="100000"/>
              </a:lnSpc>
              <a:spcBef>
                <a:spcPts val="600"/>
              </a:spcBef>
            </a:pPr>
            <a:r>
              <a:rPr sz="750" spc="-40" dirty="0">
                <a:solidFill>
                  <a:srgbClr val="24262B"/>
                </a:solidFill>
                <a:latin typeface="+mn-lt"/>
                <a:cs typeface="Roboto Lt"/>
              </a:rPr>
              <a:t>Phân</a:t>
            </a:r>
            <a:r>
              <a:rPr sz="750" dirty="0">
                <a:solidFill>
                  <a:srgbClr val="24262B"/>
                </a:solidFill>
                <a:latin typeface="+mn-lt"/>
                <a:cs typeface="Roboto Lt"/>
              </a:rPr>
              <a:t> </a:t>
            </a:r>
            <a:r>
              <a:rPr sz="750" spc="-40" dirty="0">
                <a:solidFill>
                  <a:srgbClr val="24262B"/>
                </a:solidFill>
                <a:latin typeface="+mn-lt"/>
                <a:cs typeface="Roboto Lt"/>
              </a:rPr>
              <a:t>tích</a:t>
            </a:r>
            <a:r>
              <a:rPr sz="750" spc="5" dirty="0">
                <a:solidFill>
                  <a:srgbClr val="24262B"/>
                </a:solidFill>
                <a:latin typeface="+mn-lt"/>
                <a:cs typeface="Roboto Lt"/>
              </a:rPr>
              <a:t> </a:t>
            </a:r>
            <a:r>
              <a:rPr sz="750" spc="-45" dirty="0">
                <a:solidFill>
                  <a:srgbClr val="24262B"/>
                </a:solidFill>
                <a:latin typeface="+mn-lt"/>
                <a:cs typeface="Roboto Lt"/>
              </a:rPr>
              <a:t>nhu</a:t>
            </a:r>
            <a:r>
              <a:rPr sz="750" spc="5" dirty="0">
                <a:solidFill>
                  <a:srgbClr val="24262B"/>
                </a:solidFill>
                <a:latin typeface="+mn-lt"/>
                <a:cs typeface="Roboto Lt"/>
              </a:rPr>
              <a:t> </a:t>
            </a:r>
            <a:r>
              <a:rPr sz="750" spc="-25" dirty="0">
                <a:solidFill>
                  <a:srgbClr val="24262B"/>
                </a:solidFill>
                <a:latin typeface="+mn-lt"/>
                <a:cs typeface="Roboto Lt"/>
              </a:rPr>
              <a:t>c</a:t>
            </a:r>
            <a:r>
              <a:rPr sz="750" spc="-25" dirty="0">
                <a:solidFill>
                  <a:srgbClr val="24262B"/>
                </a:solidFill>
                <a:latin typeface="+mn-lt"/>
                <a:cs typeface="Microsoft Sans Serif" panose="020B0604020202020204"/>
              </a:rPr>
              <a:t>ầ</a:t>
            </a:r>
            <a:r>
              <a:rPr sz="750" spc="-25" dirty="0">
                <a:solidFill>
                  <a:srgbClr val="24262B"/>
                </a:solidFill>
                <a:latin typeface="+mn-lt"/>
                <a:cs typeface="Roboto Lt"/>
              </a:rPr>
              <a:t>u</a:t>
            </a:r>
            <a:endParaRPr sz="750">
              <a:latin typeface="+mn-lt"/>
              <a:cs typeface="Roboto L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456533" y="1694687"/>
            <a:ext cx="2734310" cy="1435735"/>
            <a:chOff x="3456533" y="1694687"/>
            <a:chExt cx="2734310" cy="1435735"/>
          </a:xfrm>
        </p:grpSpPr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56533" y="2226880"/>
              <a:ext cx="120650" cy="20955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962400" y="1737359"/>
              <a:ext cx="2143125" cy="1264920"/>
            </a:xfrm>
            <a:custGeom>
              <a:avLst/>
              <a:gdLst/>
              <a:ahLst/>
              <a:cxnLst/>
              <a:rect l="l" t="t" r="r" b="b"/>
              <a:pathLst>
                <a:path w="2143125" h="1264920">
                  <a:moveTo>
                    <a:pt x="2142743" y="1264919"/>
                  </a:moveTo>
                  <a:lnTo>
                    <a:pt x="0" y="1264919"/>
                  </a:lnTo>
                  <a:lnTo>
                    <a:pt x="0" y="0"/>
                  </a:lnTo>
                  <a:lnTo>
                    <a:pt x="2142743" y="0"/>
                  </a:lnTo>
                  <a:lnTo>
                    <a:pt x="2142743" y="26193"/>
                  </a:lnTo>
                  <a:lnTo>
                    <a:pt x="166360" y="26193"/>
                  </a:lnTo>
                  <a:lnTo>
                    <a:pt x="155573" y="26714"/>
                  </a:lnTo>
                  <a:lnTo>
                    <a:pt x="114689" y="39138"/>
                  </a:lnTo>
                  <a:lnTo>
                    <a:pt x="81672" y="66261"/>
                  </a:lnTo>
                  <a:lnTo>
                    <a:pt x="61548" y="103955"/>
                  </a:lnTo>
                  <a:lnTo>
                    <a:pt x="56860" y="135694"/>
                  </a:lnTo>
                  <a:lnTo>
                    <a:pt x="56860" y="1070096"/>
                  </a:lnTo>
                  <a:lnTo>
                    <a:pt x="65194" y="1112000"/>
                  </a:lnTo>
                  <a:lnTo>
                    <a:pt x="88931" y="1147524"/>
                  </a:lnTo>
                  <a:lnTo>
                    <a:pt x="124456" y="1171261"/>
                  </a:lnTo>
                  <a:lnTo>
                    <a:pt x="166360" y="1179596"/>
                  </a:lnTo>
                  <a:lnTo>
                    <a:pt x="2142743" y="1179596"/>
                  </a:lnTo>
                  <a:lnTo>
                    <a:pt x="2142743" y="1264919"/>
                  </a:lnTo>
                  <a:close/>
                </a:path>
                <a:path w="2143125" h="1264920">
                  <a:moveTo>
                    <a:pt x="2142743" y="1179596"/>
                  </a:moveTo>
                  <a:lnTo>
                    <a:pt x="1976765" y="1179596"/>
                  </a:lnTo>
                  <a:lnTo>
                    <a:pt x="1987552" y="1179075"/>
                  </a:lnTo>
                  <a:lnTo>
                    <a:pt x="1998131" y="1177512"/>
                  </a:lnTo>
                  <a:lnTo>
                    <a:pt x="2037611" y="1161159"/>
                  </a:lnTo>
                  <a:lnTo>
                    <a:pt x="2067828" y="1130942"/>
                  </a:lnTo>
                  <a:lnTo>
                    <a:pt x="2084181" y="1091462"/>
                  </a:lnTo>
                  <a:lnTo>
                    <a:pt x="2086266" y="1070096"/>
                  </a:lnTo>
                  <a:lnTo>
                    <a:pt x="2086266" y="135694"/>
                  </a:lnTo>
                  <a:lnTo>
                    <a:pt x="2077930" y="93790"/>
                  </a:lnTo>
                  <a:lnTo>
                    <a:pt x="2054193" y="58265"/>
                  </a:lnTo>
                  <a:lnTo>
                    <a:pt x="2018669" y="34529"/>
                  </a:lnTo>
                  <a:lnTo>
                    <a:pt x="1976765" y="26193"/>
                  </a:lnTo>
                  <a:lnTo>
                    <a:pt x="2142743" y="26193"/>
                  </a:lnTo>
                  <a:lnTo>
                    <a:pt x="2142743" y="117959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877056" y="1694687"/>
              <a:ext cx="2313940" cy="1435735"/>
            </a:xfrm>
            <a:custGeom>
              <a:avLst/>
              <a:gdLst/>
              <a:ahLst/>
              <a:cxnLst/>
              <a:rect l="l" t="t" r="r" b="b"/>
              <a:pathLst>
                <a:path w="2313940" h="1435735">
                  <a:moveTo>
                    <a:pt x="2313431" y="1435607"/>
                  </a:moveTo>
                  <a:lnTo>
                    <a:pt x="0" y="1435607"/>
                  </a:lnTo>
                  <a:lnTo>
                    <a:pt x="0" y="0"/>
                  </a:lnTo>
                  <a:lnTo>
                    <a:pt x="2313431" y="0"/>
                  </a:lnTo>
                  <a:lnTo>
                    <a:pt x="2313431" y="68865"/>
                  </a:lnTo>
                  <a:lnTo>
                    <a:pt x="251704" y="68865"/>
                  </a:lnTo>
                  <a:lnTo>
                    <a:pt x="240917" y="69386"/>
                  </a:lnTo>
                  <a:lnTo>
                    <a:pt x="200033" y="81810"/>
                  </a:lnTo>
                  <a:lnTo>
                    <a:pt x="167016" y="108933"/>
                  </a:lnTo>
                  <a:lnTo>
                    <a:pt x="146892" y="146627"/>
                  </a:lnTo>
                  <a:lnTo>
                    <a:pt x="142204" y="178366"/>
                  </a:lnTo>
                  <a:lnTo>
                    <a:pt x="142204" y="1112768"/>
                  </a:lnTo>
                  <a:lnTo>
                    <a:pt x="150538" y="1154672"/>
                  </a:lnTo>
                  <a:lnTo>
                    <a:pt x="174275" y="1190196"/>
                  </a:lnTo>
                  <a:lnTo>
                    <a:pt x="209800" y="1213933"/>
                  </a:lnTo>
                  <a:lnTo>
                    <a:pt x="251704" y="1222268"/>
                  </a:lnTo>
                  <a:lnTo>
                    <a:pt x="2313431" y="1222268"/>
                  </a:lnTo>
                  <a:lnTo>
                    <a:pt x="2313431" y="1435607"/>
                  </a:lnTo>
                  <a:close/>
                </a:path>
                <a:path w="2313940" h="1435735">
                  <a:moveTo>
                    <a:pt x="2313431" y="1222268"/>
                  </a:moveTo>
                  <a:lnTo>
                    <a:pt x="2062109" y="1222268"/>
                  </a:lnTo>
                  <a:lnTo>
                    <a:pt x="2072896" y="1221747"/>
                  </a:lnTo>
                  <a:lnTo>
                    <a:pt x="2083475" y="1220184"/>
                  </a:lnTo>
                  <a:lnTo>
                    <a:pt x="2122955" y="1203831"/>
                  </a:lnTo>
                  <a:lnTo>
                    <a:pt x="2153172" y="1173614"/>
                  </a:lnTo>
                  <a:lnTo>
                    <a:pt x="2169525" y="1134134"/>
                  </a:lnTo>
                  <a:lnTo>
                    <a:pt x="2171610" y="1112768"/>
                  </a:lnTo>
                  <a:lnTo>
                    <a:pt x="2171610" y="178366"/>
                  </a:lnTo>
                  <a:lnTo>
                    <a:pt x="2163274" y="136462"/>
                  </a:lnTo>
                  <a:lnTo>
                    <a:pt x="2139537" y="100937"/>
                  </a:lnTo>
                  <a:lnTo>
                    <a:pt x="2104013" y="77201"/>
                  </a:lnTo>
                  <a:lnTo>
                    <a:pt x="2062109" y="68865"/>
                  </a:lnTo>
                  <a:lnTo>
                    <a:pt x="2313431" y="68865"/>
                  </a:lnTo>
                  <a:lnTo>
                    <a:pt x="2313431" y="1222268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011959" y="1778153"/>
              <a:ext cx="2044064" cy="1146175"/>
            </a:xfrm>
            <a:custGeom>
              <a:avLst/>
              <a:gdLst/>
              <a:ahLst/>
              <a:cxnLst/>
              <a:rect l="l" t="t" r="r" b="b"/>
              <a:pathLst>
                <a:path w="2044064" h="1146175">
                  <a:moveTo>
                    <a:pt x="1934874" y="1146102"/>
                  </a:moveTo>
                  <a:lnTo>
                    <a:pt x="109131" y="1146102"/>
                  </a:lnTo>
                  <a:lnTo>
                    <a:pt x="101535" y="1145354"/>
                  </a:lnTo>
                  <a:lnTo>
                    <a:pt x="65017" y="1134276"/>
                  </a:lnTo>
                  <a:lnTo>
                    <a:pt x="28786" y="1106469"/>
                  </a:lnTo>
                  <a:lnTo>
                    <a:pt x="5955" y="1066914"/>
                  </a:lnTo>
                  <a:lnTo>
                    <a:pt x="0" y="1036971"/>
                  </a:lnTo>
                  <a:lnTo>
                    <a:pt x="0" y="1029302"/>
                  </a:lnTo>
                  <a:lnTo>
                    <a:pt x="0" y="88669"/>
                  </a:lnTo>
                  <a:lnTo>
                    <a:pt x="15423" y="47357"/>
                  </a:lnTo>
                  <a:lnTo>
                    <a:pt x="45532" y="19455"/>
                  </a:lnTo>
                  <a:lnTo>
                    <a:pt x="86491" y="3039"/>
                  </a:lnTo>
                  <a:lnTo>
                    <a:pt x="109131" y="0"/>
                  </a:lnTo>
                  <a:lnTo>
                    <a:pt x="1934874" y="0"/>
                  </a:lnTo>
                  <a:lnTo>
                    <a:pt x="1978987" y="9608"/>
                  </a:lnTo>
                  <a:lnTo>
                    <a:pt x="2015217" y="32201"/>
                  </a:lnTo>
                  <a:lnTo>
                    <a:pt x="2038048" y="64340"/>
                  </a:lnTo>
                  <a:lnTo>
                    <a:pt x="2044005" y="88669"/>
                  </a:lnTo>
                  <a:lnTo>
                    <a:pt x="2044005" y="1036971"/>
                  </a:lnTo>
                  <a:lnTo>
                    <a:pt x="2032178" y="1081085"/>
                  </a:lnTo>
                  <a:lnTo>
                    <a:pt x="2004372" y="1117315"/>
                  </a:lnTo>
                  <a:lnTo>
                    <a:pt x="1964816" y="1140146"/>
                  </a:lnTo>
                  <a:lnTo>
                    <a:pt x="1942469" y="1145354"/>
                  </a:lnTo>
                  <a:lnTo>
                    <a:pt x="1934874" y="11461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011960" y="1756253"/>
              <a:ext cx="2044064" cy="116839"/>
            </a:xfrm>
            <a:custGeom>
              <a:avLst/>
              <a:gdLst/>
              <a:ahLst/>
              <a:cxnLst/>
              <a:rect l="l" t="t" r="r" b="b"/>
              <a:pathLst>
                <a:path w="2044064" h="116839">
                  <a:moveTo>
                    <a:pt x="0" y="116800"/>
                  </a:moveTo>
                  <a:lnTo>
                    <a:pt x="8890" y="72102"/>
                  </a:lnTo>
                  <a:lnTo>
                    <a:pt x="34209" y="34209"/>
                  </a:lnTo>
                  <a:lnTo>
                    <a:pt x="72102" y="8890"/>
                  </a:lnTo>
                  <a:lnTo>
                    <a:pt x="116800" y="0"/>
                  </a:lnTo>
                  <a:lnTo>
                    <a:pt x="1927205" y="0"/>
                  </a:lnTo>
                  <a:lnTo>
                    <a:pt x="1971902" y="8890"/>
                  </a:lnTo>
                  <a:lnTo>
                    <a:pt x="2009795" y="34209"/>
                  </a:lnTo>
                  <a:lnTo>
                    <a:pt x="2018326" y="43800"/>
                  </a:lnTo>
                  <a:lnTo>
                    <a:pt x="116800" y="43800"/>
                  </a:lnTo>
                  <a:lnTo>
                    <a:pt x="105294" y="44147"/>
                  </a:lnTo>
                  <a:lnTo>
                    <a:pt x="61684" y="52429"/>
                  </a:lnTo>
                  <a:lnTo>
                    <a:pt x="26466" y="70511"/>
                  </a:lnTo>
                  <a:lnTo>
                    <a:pt x="2222" y="102556"/>
                  </a:lnTo>
                  <a:lnTo>
                    <a:pt x="555" y="109609"/>
                  </a:lnTo>
                  <a:lnTo>
                    <a:pt x="0" y="116800"/>
                  </a:lnTo>
                  <a:close/>
                </a:path>
                <a:path w="2044064" h="116839">
                  <a:moveTo>
                    <a:pt x="2044005" y="116800"/>
                  </a:moveTo>
                  <a:lnTo>
                    <a:pt x="2024339" y="76235"/>
                  </a:lnTo>
                  <a:lnTo>
                    <a:pt x="1982320" y="52429"/>
                  </a:lnTo>
                  <a:lnTo>
                    <a:pt x="1938711" y="44147"/>
                  </a:lnTo>
                  <a:lnTo>
                    <a:pt x="1927205" y="43800"/>
                  </a:lnTo>
                  <a:lnTo>
                    <a:pt x="2018326" y="43800"/>
                  </a:lnTo>
                  <a:lnTo>
                    <a:pt x="2039004" y="82945"/>
                  </a:lnTo>
                  <a:lnTo>
                    <a:pt x="2043449" y="105294"/>
                  </a:lnTo>
                  <a:lnTo>
                    <a:pt x="2044005" y="116800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851462" y="1924154"/>
              <a:ext cx="365125" cy="365125"/>
            </a:xfrm>
            <a:custGeom>
              <a:avLst/>
              <a:gdLst/>
              <a:ahLst/>
              <a:cxnLst/>
              <a:rect l="l" t="t" r="r" b="b"/>
              <a:pathLst>
                <a:path w="365125" h="365125">
                  <a:moveTo>
                    <a:pt x="182500" y="365000"/>
                  </a:moveTo>
                  <a:lnTo>
                    <a:pt x="138145" y="359530"/>
                  </a:lnTo>
                  <a:lnTo>
                    <a:pt x="96468" y="343453"/>
                  </a:lnTo>
                  <a:lnTo>
                    <a:pt x="59947" y="317732"/>
                  </a:lnTo>
                  <a:lnTo>
                    <a:pt x="30755" y="283892"/>
                  </a:lnTo>
                  <a:lnTo>
                    <a:pt x="10662" y="243973"/>
                  </a:lnTo>
                  <a:lnTo>
                    <a:pt x="876" y="200388"/>
                  </a:lnTo>
                  <a:lnTo>
                    <a:pt x="0" y="182500"/>
                  </a:lnTo>
                  <a:lnTo>
                    <a:pt x="218" y="173534"/>
                  </a:lnTo>
                  <a:lnTo>
                    <a:pt x="7855" y="129522"/>
                  </a:lnTo>
                  <a:lnTo>
                    <a:pt x="25957" y="88685"/>
                  </a:lnTo>
                  <a:lnTo>
                    <a:pt x="53452" y="53453"/>
                  </a:lnTo>
                  <a:lnTo>
                    <a:pt x="88684" y="25957"/>
                  </a:lnTo>
                  <a:lnTo>
                    <a:pt x="129522" y="7856"/>
                  </a:lnTo>
                  <a:lnTo>
                    <a:pt x="173534" y="219"/>
                  </a:lnTo>
                  <a:lnTo>
                    <a:pt x="182500" y="0"/>
                  </a:lnTo>
                  <a:lnTo>
                    <a:pt x="191466" y="219"/>
                  </a:lnTo>
                  <a:lnTo>
                    <a:pt x="235478" y="7856"/>
                  </a:lnTo>
                  <a:lnTo>
                    <a:pt x="276315" y="25957"/>
                  </a:lnTo>
                  <a:lnTo>
                    <a:pt x="311547" y="53453"/>
                  </a:lnTo>
                  <a:lnTo>
                    <a:pt x="339042" y="88685"/>
                  </a:lnTo>
                  <a:lnTo>
                    <a:pt x="357144" y="129522"/>
                  </a:lnTo>
                  <a:lnTo>
                    <a:pt x="364781" y="173534"/>
                  </a:lnTo>
                  <a:lnTo>
                    <a:pt x="365000" y="182500"/>
                  </a:lnTo>
                  <a:lnTo>
                    <a:pt x="364781" y="191466"/>
                  </a:lnTo>
                  <a:lnTo>
                    <a:pt x="357144" y="235478"/>
                  </a:lnTo>
                  <a:lnTo>
                    <a:pt x="339042" y="276315"/>
                  </a:lnTo>
                  <a:lnTo>
                    <a:pt x="311547" y="311547"/>
                  </a:lnTo>
                  <a:lnTo>
                    <a:pt x="276315" y="339042"/>
                  </a:lnTo>
                  <a:lnTo>
                    <a:pt x="235478" y="357144"/>
                  </a:lnTo>
                  <a:lnTo>
                    <a:pt x="191466" y="364781"/>
                  </a:lnTo>
                  <a:lnTo>
                    <a:pt x="182500" y="36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46362" y="2016779"/>
              <a:ext cx="174625" cy="177800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4444693" y="2377199"/>
            <a:ext cx="1138555" cy="407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sz="1300" b="1" spc="-70" dirty="0">
                <a:solidFill>
                  <a:srgbClr val="334054"/>
                </a:solidFill>
                <a:latin typeface="Aptos Black" panose="020B0004020202020204" pitchFamily="34" charset="0"/>
                <a:cs typeface="Tahoma" panose="020B0604030504040204"/>
              </a:rPr>
              <a:t>Lý</a:t>
            </a:r>
            <a:r>
              <a:rPr sz="1300" b="1" spc="-50" dirty="0">
                <a:solidFill>
                  <a:srgbClr val="334054"/>
                </a:solidFill>
                <a:latin typeface="Aptos Black" panose="020B0004020202020204" pitchFamily="34" charset="0"/>
                <a:cs typeface="Tahoma" panose="020B0604030504040204"/>
              </a:rPr>
              <a:t> </a:t>
            </a:r>
            <a:r>
              <a:rPr sz="1300" b="1" spc="-35" dirty="0">
                <a:solidFill>
                  <a:srgbClr val="334054"/>
                </a:solidFill>
                <a:latin typeface="Aptos Black" panose="020B0004020202020204" pitchFamily="34" charset="0"/>
                <a:cs typeface="Tahoma" panose="020B0604030504040204"/>
              </a:rPr>
              <a:t>thuy</a:t>
            </a:r>
            <a:r>
              <a:rPr sz="1300" b="1" spc="-35" dirty="0">
                <a:solidFill>
                  <a:srgbClr val="334054"/>
                </a:solidFill>
                <a:latin typeface="Aptos Black" panose="020B0004020202020204" pitchFamily="34" charset="0"/>
                <a:cs typeface="Arial" panose="020B0604020202020204"/>
              </a:rPr>
              <a:t>ế</a:t>
            </a:r>
            <a:r>
              <a:rPr sz="1300" b="1" spc="-35" dirty="0">
                <a:solidFill>
                  <a:srgbClr val="334054"/>
                </a:solidFill>
                <a:latin typeface="Aptos Black" panose="020B0004020202020204" pitchFamily="34" charset="0"/>
                <a:cs typeface="Tahoma" panose="020B0604030504040204"/>
              </a:rPr>
              <a:t>t</a:t>
            </a:r>
            <a:endParaRPr sz="1300" b="1">
              <a:latin typeface="Aptos Black" panose="020B0004020202020204" pitchFamily="34" charset="0"/>
              <a:cs typeface="Tahoma" panose="020B0604030504040204"/>
            </a:endParaRPr>
          </a:p>
          <a:p>
            <a:pPr marL="38100" algn="ctr">
              <a:lnSpc>
                <a:spcPct val="100000"/>
              </a:lnSpc>
              <a:spcBef>
                <a:spcPts val="600"/>
              </a:spcBef>
            </a:pPr>
            <a:r>
              <a:rPr lang="en-US" altLang="" sz="750">
                <a:latin typeface="+mn-lt"/>
                <a:cs typeface="Roboto Lt"/>
              </a:rPr>
              <a:t>Công nghệ hiện tại</a:t>
            </a:r>
          </a:p>
        </p:txBody>
      </p:sp>
      <p:grpSp>
        <p:nvGrpSpPr>
          <p:cNvPr id="36" name="object 36"/>
          <p:cNvGrpSpPr/>
          <p:nvPr/>
        </p:nvGrpSpPr>
        <p:grpSpPr>
          <a:xfrm>
            <a:off x="6522542" y="1694687"/>
            <a:ext cx="2734310" cy="1435735"/>
            <a:chOff x="6522542" y="1694687"/>
            <a:chExt cx="2734310" cy="1435735"/>
          </a:xfrm>
        </p:grpSpPr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22542" y="2226880"/>
              <a:ext cx="120650" cy="20955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028688" y="1737359"/>
              <a:ext cx="2143125" cy="1264920"/>
            </a:xfrm>
            <a:custGeom>
              <a:avLst/>
              <a:gdLst/>
              <a:ahLst/>
              <a:cxnLst/>
              <a:rect l="l" t="t" r="r" b="b"/>
              <a:pathLst>
                <a:path w="2143125" h="1264920">
                  <a:moveTo>
                    <a:pt x="2142743" y="1264919"/>
                  </a:moveTo>
                  <a:lnTo>
                    <a:pt x="0" y="1264919"/>
                  </a:lnTo>
                  <a:lnTo>
                    <a:pt x="0" y="0"/>
                  </a:lnTo>
                  <a:lnTo>
                    <a:pt x="2142743" y="0"/>
                  </a:lnTo>
                  <a:lnTo>
                    <a:pt x="2142743" y="26193"/>
                  </a:lnTo>
                  <a:lnTo>
                    <a:pt x="166080" y="26193"/>
                  </a:lnTo>
                  <a:lnTo>
                    <a:pt x="155294" y="26714"/>
                  </a:lnTo>
                  <a:lnTo>
                    <a:pt x="114409" y="39138"/>
                  </a:lnTo>
                  <a:lnTo>
                    <a:pt x="81392" y="66261"/>
                  </a:lnTo>
                  <a:lnTo>
                    <a:pt x="61268" y="103955"/>
                  </a:lnTo>
                  <a:lnTo>
                    <a:pt x="56580" y="135694"/>
                  </a:lnTo>
                  <a:lnTo>
                    <a:pt x="56580" y="1070096"/>
                  </a:lnTo>
                  <a:lnTo>
                    <a:pt x="64915" y="1112000"/>
                  </a:lnTo>
                  <a:lnTo>
                    <a:pt x="88651" y="1147524"/>
                  </a:lnTo>
                  <a:lnTo>
                    <a:pt x="124176" y="1171261"/>
                  </a:lnTo>
                  <a:lnTo>
                    <a:pt x="166080" y="1179596"/>
                  </a:lnTo>
                  <a:lnTo>
                    <a:pt x="2142743" y="1179596"/>
                  </a:lnTo>
                  <a:lnTo>
                    <a:pt x="2142743" y="1264919"/>
                  </a:lnTo>
                  <a:close/>
                </a:path>
                <a:path w="2143125" h="1264920">
                  <a:moveTo>
                    <a:pt x="2142743" y="1179596"/>
                  </a:moveTo>
                  <a:lnTo>
                    <a:pt x="1976485" y="1179596"/>
                  </a:lnTo>
                  <a:lnTo>
                    <a:pt x="1987272" y="1179075"/>
                  </a:lnTo>
                  <a:lnTo>
                    <a:pt x="1997852" y="1177512"/>
                  </a:lnTo>
                  <a:lnTo>
                    <a:pt x="2037331" y="1161159"/>
                  </a:lnTo>
                  <a:lnTo>
                    <a:pt x="2067547" y="1130942"/>
                  </a:lnTo>
                  <a:lnTo>
                    <a:pt x="2083901" y="1091462"/>
                  </a:lnTo>
                  <a:lnTo>
                    <a:pt x="2085986" y="1070096"/>
                  </a:lnTo>
                  <a:lnTo>
                    <a:pt x="2085986" y="135694"/>
                  </a:lnTo>
                  <a:lnTo>
                    <a:pt x="2077650" y="93790"/>
                  </a:lnTo>
                  <a:lnTo>
                    <a:pt x="2053913" y="58265"/>
                  </a:lnTo>
                  <a:lnTo>
                    <a:pt x="2018389" y="34529"/>
                  </a:lnTo>
                  <a:lnTo>
                    <a:pt x="1976485" y="26193"/>
                  </a:lnTo>
                  <a:lnTo>
                    <a:pt x="2142743" y="26193"/>
                  </a:lnTo>
                  <a:lnTo>
                    <a:pt x="2142743" y="1179596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943344" y="1694687"/>
              <a:ext cx="2313940" cy="1435735"/>
            </a:xfrm>
            <a:custGeom>
              <a:avLst/>
              <a:gdLst/>
              <a:ahLst/>
              <a:cxnLst/>
              <a:rect l="l" t="t" r="r" b="b"/>
              <a:pathLst>
                <a:path w="2313940" h="1435735">
                  <a:moveTo>
                    <a:pt x="2313431" y="1435607"/>
                  </a:moveTo>
                  <a:lnTo>
                    <a:pt x="0" y="1435607"/>
                  </a:lnTo>
                  <a:lnTo>
                    <a:pt x="0" y="0"/>
                  </a:lnTo>
                  <a:lnTo>
                    <a:pt x="2313431" y="0"/>
                  </a:lnTo>
                  <a:lnTo>
                    <a:pt x="2313431" y="68865"/>
                  </a:lnTo>
                  <a:lnTo>
                    <a:pt x="251424" y="68865"/>
                  </a:lnTo>
                  <a:lnTo>
                    <a:pt x="240638" y="69386"/>
                  </a:lnTo>
                  <a:lnTo>
                    <a:pt x="199753" y="81810"/>
                  </a:lnTo>
                  <a:lnTo>
                    <a:pt x="166736" y="108933"/>
                  </a:lnTo>
                  <a:lnTo>
                    <a:pt x="146612" y="146627"/>
                  </a:lnTo>
                  <a:lnTo>
                    <a:pt x="141924" y="178366"/>
                  </a:lnTo>
                  <a:lnTo>
                    <a:pt x="141924" y="1112768"/>
                  </a:lnTo>
                  <a:lnTo>
                    <a:pt x="150259" y="1154672"/>
                  </a:lnTo>
                  <a:lnTo>
                    <a:pt x="173995" y="1190196"/>
                  </a:lnTo>
                  <a:lnTo>
                    <a:pt x="209520" y="1213933"/>
                  </a:lnTo>
                  <a:lnTo>
                    <a:pt x="251424" y="1222268"/>
                  </a:lnTo>
                  <a:lnTo>
                    <a:pt x="2313431" y="1222268"/>
                  </a:lnTo>
                  <a:lnTo>
                    <a:pt x="2313431" y="1435607"/>
                  </a:lnTo>
                  <a:close/>
                </a:path>
                <a:path w="2313940" h="1435735">
                  <a:moveTo>
                    <a:pt x="2313431" y="1222268"/>
                  </a:moveTo>
                  <a:lnTo>
                    <a:pt x="2061829" y="1222268"/>
                  </a:lnTo>
                  <a:lnTo>
                    <a:pt x="2072616" y="1221747"/>
                  </a:lnTo>
                  <a:lnTo>
                    <a:pt x="2083196" y="1220184"/>
                  </a:lnTo>
                  <a:lnTo>
                    <a:pt x="2122675" y="1203831"/>
                  </a:lnTo>
                  <a:lnTo>
                    <a:pt x="2152891" y="1173614"/>
                  </a:lnTo>
                  <a:lnTo>
                    <a:pt x="2169245" y="1134134"/>
                  </a:lnTo>
                  <a:lnTo>
                    <a:pt x="2171330" y="1112768"/>
                  </a:lnTo>
                  <a:lnTo>
                    <a:pt x="2171330" y="178366"/>
                  </a:lnTo>
                  <a:lnTo>
                    <a:pt x="2162994" y="136462"/>
                  </a:lnTo>
                  <a:lnTo>
                    <a:pt x="2139257" y="100937"/>
                  </a:lnTo>
                  <a:lnTo>
                    <a:pt x="2103733" y="77201"/>
                  </a:lnTo>
                  <a:lnTo>
                    <a:pt x="2061829" y="68865"/>
                  </a:lnTo>
                  <a:lnTo>
                    <a:pt x="2313431" y="68865"/>
                  </a:lnTo>
                  <a:lnTo>
                    <a:pt x="2313431" y="1222268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077968" y="1778153"/>
              <a:ext cx="2044064" cy="1146175"/>
            </a:xfrm>
            <a:custGeom>
              <a:avLst/>
              <a:gdLst/>
              <a:ahLst/>
              <a:cxnLst/>
              <a:rect l="l" t="t" r="r" b="b"/>
              <a:pathLst>
                <a:path w="2044065" h="1146175">
                  <a:moveTo>
                    <a:pt x="1934874" y="1146102"/>
                  </a:moveTo>
                  <a:lnTo>
                    <a:pt x="109131" y="1146102"/>
                  </a:lnTo>
                  <a:lnTo>
                    <a:pt x="101535" y="1145354"/>
                  </a:lnTo>
                  <a:lnTo>
                    <a:pt x="65016" y="1134276"/>
                  </a:lnTo>
                  <a:lnTo>
                    <a:pt x="28786" y="1106469"/>
                  </a:lnTo>
                  <a:lnTo>
                    <a:pt x="5955" y="1066914"/>
                  </a:lnTo>
                  <a:lnTo>
                    <a:pt x="0" y="1036971"/>
                  </a:lnTo>
                  <a:lnTo>
                    <a:pt x="0" y="1029302"/>
                  </a:lnTo>
                  <a:lnTo>
                    <a:pt x="0" y="88669"/>
                  </a:lnTo>
                  <a:lnTo>
                    <a:pt x="15423" y="47357"/>
                  </a:lnTo>
                  <a:lnTo>
                    <a:pt x="45532" y="19455"/>
                  </a:lnTo>
                  <a:lnTo>
                    <a:pt x="86491" y="3039"/>
                  </a:lnTo>
                  <a:lnTo>
                    <a:pt x="109131" y="0"/>
                  </a:lnTo>
                  <a:lnTo>
                    <a:pt x="1934874" y="0"/>
                  </a:lnTo>
                  <a:lnTo>
                    <a:pt x="1978987" y="9608"/>
                  </a:lnTo>
                  <a:lnTo>
                    <a:pt x="2015217" y="32201"/>
                  </a:lnTo>
                  <a:lnTo>
                    <a:pt x="2038048" y="64340"/>
                  </a:lnTo>
                  <a:lnTo>
                    <a:pt x="2044005" y="88669"/>
                  </a:lnTo>
                  <a:lnTo>
                    <a:pt x="2044005" y="1036971"/>
                  </a:lnTo>
                  <a:lnTo>
                    <a:pt x="2032179" y="1081085"/>
                  </a:lnTo>
                  <a:lnTo>
                    <a:pt x="2004371" y="1117315"/>
                  </a:lnTo>
                  <a:lnTo>
                    <a:pt x="1964816" y="1140146"/>
                  </a:lnTo>
                  <a:lnTo>
                    <a:pt x="1942469" y="1145354"/>
                  </a:lnTo>
                  <a:lnTo>
                    <a:pt x="1934874" y="11461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077969" y="1756253"/>
              <a:ext cx="2044064" cy="116839"/>
            </a:xfrm>
            <a:custGeom>
              <a:avLst/>
              <a:gdLst/>
              <a:ahLst/>
              <a:cxnLst/>
              <a:rect l="l" t="t" r="r" b="b"/>
              <a:pathLst>
                <a:path w="2044065" h="116839">
                  <a:moveTo>
                    <a:pt x="0" y="116800"/>
                  </a:moveTo>
                  <a:lnTo>
                    <a:pt x="8890" y="72102"/>
                  </a:lnTo>
                  <a:lnTo>
                    <a:pt x="34209" y="34209"/>
                  </a:lnTo>
                  <a:lnTo>
                    <a:pt x="72101" y="8890"/>
                  </a:lnTo>
                  <a:lnTo>
                    <a:pt x="116800" y="0"/>
                  </a:lnTo>
                  <a:lnTo>
                    <a:pt x="1927205" y="0"/>
                  </a:lnTo>
                  <a:lnTo>
                    <a:pt x="1971902" y="8890"/>
                  </a:lnTo>
                  <a:lnTo>
                    <a:pt x="2009794" y="34209"/>
                  </a:lnTo>
                  <a:lnTo>
                    <a:pt x="2018325" y="43800"/>
                  </a:lnTo>
                  <a:lnTo>
                    <a:pt x="116800" y="43800"/>
                  </a:lnTo>
                  <a:lnTo>
                    <a:pt x="105293" y="44147"/>
                  </a:lnTo>
                  <a:lnTo>
                    <a:pt x="61684" y="52429"/>
                  </a:lnTo>
                  <a:lnTo>
                    <a:pt x="26466" y="70511"/>
                  </a:lnTo>
                  <a:lnTo>
                    <a:pt x="2222" y="102556"/>
                  </a:lnTo>
                  <a:lnTo>
                    <a:pt x="555" y="109609"/>
                  </a:lnTo>
                  <a:lnTo>
                    <a:pt x="0" y="116800"/>
                  </a:lnTo>
                  <a:close/>
                </a:path>
                <a:path w="2044065" h="116839">
                  <a:moveTo>
                    <a:pt x="2044005" y="116800"/>
                  </a:moveTo>
                  <a:lnTo>
                    <a:pt x="2024337" y="76235"/>
                  </a:lnTo>
                  <a:lnTo>
                    <a:pt x="1982319" y="52429"/>
                  </a:lnTo>
                  <a:lnTo>
                    <a:pt x="1938710" y="44147"/>
                  </a:lnTo>
                  <a:lnTo>
                    <a:pt x="1927205" y="43800"/>
                  </a:lnTo>
                  <a:lnTo>
                    <a:pt x="2018325" y="43800"/>
                  </a:lnTo>
                  <a:lnTo>
                    <a:pt x="2039003" y="82945"/>
                  </a:lnTo>
                  <a:lnTo>
                    <a:pt x="2043449" y="105294"/>
                  </a:lnTo>
                  <a:lnTo>
                    <a:pt x="2044005" y="116800"/>
                  </a:lnTo>
                  <a:close/>
                </a:path>
              </a:pathLst>
            </a:custGeom>
            <a:solidFill>
              <a:srgbClr val="1D3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917470" y="1924154"/>
              <a:ext cx="365125" cy="365125"/>
            </a:xfrm>
            <a:custGeom>
              <a:avLst/>
              <a:gdLst/>
              <a:ahLst/>
              <a:cxnLst/>
              <a:rect l="l" t="t" r="r" b="b"/>
              <a:pathLst>
                <a:path w="365125" h="365125">
                  <a:moveTo>
                    <a:pt x="182500" y="365000"/>
                  </a:moveTo>
                  <a:lnTo>
                    <a:pt x="138145" y="359530"/>
                  </a:lnTo>
                  <a:lnTo>
                    <a:pt x="96468" y="343453"/>
                  </a:lnTo>
                  <a:lnTo>
                    <a:pt x="59947" y="317732"/>
                  </a:lnTo>
                  <a:lnTo>
                    <a:pt x="30755" y="283892"/>
                  </a:lnTo>
                  <a:lnTo>
                    <a:pt x="10662" y="243973"/>
                  </a:lnTo>
                  <a:lnTo>
                    <a:pt x="876" y="200388"/>
                  </a:lnTo>
                  <a:lnTo>
                    <a:pt x="0" y="182500"/>
                  </a:lnTo>
                  <a:lnTo>
                    <a:pt x="219" y="173534"/>
                  </a:lnTo>
                  <a:lnTo>
                    <a:pt x="7855" y="129522"/>
                  </a:lnTo>
                  <a:lnTo>
                    <a:pt x="25956" y="88685"/>
                  </a:lnTo>
                  <a:lnTo>
                    <a:pt x="53452" y="53453"/>
                  </a:lnTo>
                  <a:lnTo>
                    <a:pt x="88684" y="25957"/>
                  </a:lnTo>
                  <a:lnTo>
                    <a:pt x="129522" y="7856"/>
                  </a:lnTo>
                  <a:lnTo>
                    <a:pt x="173534" y="219"/>
                  </a:lnTo>
                  <a:lnTo>
                    <a:pt x="182500" y="0"/>
                  </a:lnTo>
                  <a:lnTo>
                    <a:pt x="191466" y="219"/>
                  </a:lnTo>
                  <a:lnTo>
                    <a:pt x="235477" y="7856"/>
                  </a:lnTo>
                  <a:lnTo>
                    <a:pt x="276315" y="25957"/>
                  </a:lnTo>
                  <a:lnTo>
                    <a:pt x="311547" y="53453"/>
                  </a:lnTo>
                  <a:lnTo>
                    <a:pt x="339042" y="88685"/>
                  </a:lnTo>
                  <a:lnTo>
                    <a:pt x="357143" y="129522"/>
                  </a:lnTo>
                  <a:lnTo>
                    <a:pt x="364781" y="173534"/>
                  </a:lnTo>
                  <a:lnTo>
                    <a:pt x="365000" y="182500"/>
                  </a:lnTo>
                  <a:lnTo>
                    <a:pt x="364781" y="191466"/>
                  </a:lnTo>
                  <a:lnTo>
                    <a:pt x="357143" y="235478"/>
                  </a:lnTo>
                  <a:lnTo>
                    <a:pt x="339042" y="276315"/>
                  </a:lnTo>
                  <a:lnTo>
                    <a:pt x="311547" y="311547"/>
                  </a:lnTo>
                  <a:lnTo>
                    <a:pt x="276315" y="339042"/>
                  </a:lnTo>
                  <a:lnTo>
                    <a:pt x="235477" y="357144"/>
                  </a:lnTo>
                  <a:lnTo>
                    <a:pt x="191466" y="364781"/>
                  </a:lnTo>
                  <a:lnTo>
                    <a:pt x="182500" y="365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8" cstate="print">
              <a:duotone>
                <a:prstClr val="black"/>
                <a:srgbClr val="92D05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8037446" y="2016779"/>
              <a:ext cx="123825" cy="177800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7725007" y="2377918"/>
            <a:ext cx="749935" cy="40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sz="1300" b="1" spc="-90" dirty="0">
                <a:solidFill>
                  <a:srgbClr val="334054"/>
                </a:solidFill>
                <a:latin typeface="Aptos Black" panose="020B0004020202020204" pitchFamily="34" charset="0"/>
                <a:cs typeface="Verdana" panose="020B0604030504040204"/>
              </a:rPr>
              <a:t>Gi</a:t>
            </a:r>
            <a:r>
              <a:rPr sz="1300" b="1" spc="-90" dirty="0">
                <a:solidFill>
                  <a:srgbClr val="334054"/>
                </a:solidFill>
                <a:latin typeface="Aptos Black" panose="020B0004020202020204" pitchFamily="34" charset="0"/>
                <a:cs typeface="Arial" panose="020B0604020202020204"/>
              </a:rPr>
              <a:t>ả</a:t>
            </a:r>
            <a:r>
              <a:rPr sz="1300" b="1" spc="-90" dirty="0">
                <a:solidFill>
                  <a:srgbClr val="334054"/>
                </a:solidFill>
                <a:latin typeface="Aptos Black" panose="020B0004020202020204" pitchFamily="34" charset="0"/>
                <a:cs typeface="Verdana" panose="020B0604030504040204"/>
              </a:rPr>
              <a:t>i</a:t>
            </a:r>
            <a:r>
              <a:rPr sz="1300" b="1" spc="-100" dirty="0">
                <a:solidFill>
                  <a:srgbClr val="334054"/>
                </a:solidFill>
                <a:latin typeface="Aptos Black" panose="020B0004020202020204" pitchFamily="34" charset="0"/>
                <a:cs typeface="Verdana" panose="020B0604030504040204"/>
              </a:rPr>
              <a:t> </a:t>
            </a:r>
            <a:r>
              <a:rPr sz="1300" b="1" spc="-125" dirty="0">
                <a:solidFill>
                  <a:srgbClr val="334054"/>
                </a:solidFill>
                <a:latin typeface="Aptos Black" panose="020B0004020202020204" pitchFamily="34" charset="0"/>
                <a:cs typeface="Verdana" panose="020B0604030504040204"/>
              </a:rPr>
              <a:t>pháp</a:t>
            </a:r>
            <a:endParaRPr sz="1300">
              <a:solidFill>
                <a:srgbClr val="334054"/>
              </a:solidFill>
              <a:latin typeface="Aptos Black" panose="020B0004020202020204" pitchFamily="34" charset="0"/>
              <a:cs typeface="Verdana" panose="020B0604030504040204"/>
            </a:endParaRPr>
          </a:p>
          <a:p>
            <a:pPr marL="30480" algn="ctr">
              <a:lnSpc>
                <a:spcPct val="100000"/>
              </a:lnSpc>
              <a:spcBef>
                <a:spcPts val="600"/>
              </a:spcBef>
            </a:pPr>
            <a:r>
              <a:rPr sz="750" spc="-45" dirty="0">
                <a:solidFill>
                  <a:srgbClr val="334054"/>
                </a:solidFill>
                <a:latin typeface="+mn-lt"/>
                <a:cs typeface="Roboto"/>
              </a:rPr>
              <a:t>H</a:t>
            </a:r>
            <a:r>
              <a:rPr sz="750" spc="-45" dirty="0">
                <a:solidFill>
                  <a:srgbClr val="334054"/>
                </a:solidFill>
                <a:latin typeface="+mn-lt"/>
                <a:cs typeface="Microsoft Sans Serif" panose="020B0604020202020204"/>
              </a:rPr>
              <a:t>ệ</a:t>
            </a:r>
            <a:r>
              <a:rPr sz="750" spc="-5" dirty="0">
                <a:solidFill>
                  <a:srgbClr val="334054"/>
                </a:solidFill>
                <a:latin typeface="+mn-lt"/>
                <a:cs typeface="Microsoft Sans Serif" panose="020B0604020202020204"/>
              </a:rPr>
              <a:t> </a:t>
            </a:r>
            <a:r>
              <a:rPr sz="750" spc="-35" dirty="0">
                <a:solidFill>
                  <a:srgbClr val="334054"/>
                </a:solidFill>
                <a:latin typeface="+mn-lt"/>
                <a:cs typeface="Roboto"/>
              </a:rPr>
              <a:t>th</a:t>
            </a:r>
            <a:r>
              <a:rPr sz="750" spc="-35" dirty="0">
                <a:solidFill>
                  <a:srgbClr val="334054"/>
                </a:solidFill>
                <a:latin typeface="+mn-lt"/>
                <a:cs typeface="Microsoft Sans Serif" panose="020B0604020202020204"/>
              </a:rPr>
              <a:t>ố</a:t>
            </a:r>
            <a:r>
              <a:rPr sz="750" spc="-35" dirty="0">
                <a:solidFill>
                  <a:srgbClr val="334054"/>
                </a:solidFill>
                <a:latin typeface="+mn-lt"/>
                <a:cs typeface="Roboto"/>
              </a:rPr>
              <a:t>ng</a:t>
            </a:r>
            <a:r>
              <a:rPr sz="750" spc="-5" dirty="0">
                <a:solidFill>
                  <a:srgbClr val="334054"/>
                </a:solidFill>
                <a:latin typeface="+mn-lt"/>
                <a:cs typeface="Roboto"/>
              </a:rPr>
              <a:t> </a:t>
            </a:r>
            <a:r>
              <a:rPr sz="750" spc="-10" dirty="0">
                <a:solidFill>
                  <a:srgbClr val="334054"/>
                </a:solidFill>
                <a:latin typeface="+mn-lt"/>
                <a:cs typeface="Roboto"/>
              </a:rPr>
              <a:t>QuizCIT</a:t>
            </a:r>
          </a:p>
        </p:txBody>
      </p:sp>
      <p:sp>
        <p:nvSpPr>
          <p:cNvPr id="45" name="object 10">
            <a:extLst>
              <a:ext uri="{FF2B5EF4-FFF2-40B4-BE49-F238E27FC236}">
                <a16:creationId xmlns:a16="http://schemas.microsoft.com/office/drawing/2014/main" id="{64B9A415-1D5E-E8C0-6E4F-35E53BF0CA86}"/>
              </a:ext>
            </a:extLst>
          </p:cNvPr>
          <p:cNvSpPr txBox="1"/>
          <p:nvPr/>
        </p:nvSpPr>
        <p:spPr>
          <a:xfrm>
            <a:off x="5904394" y="3684444"/>
            <a:ext cx="2933065" cy="273152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lang="vi-VN" sz="1250" b="1">
                <a:latin typeface="Times New Roman" panose="02020603050405020304" pitchFamily="18" charset="0"/>
                <a:cs typeface="Times New Roman" panose="02020603050405020304" pitchFamily="18" charset="0"/>
              </a:rPr>
              <a:t>Kết hợp CNTT &amp; AI</a:t>
            </a:r>
            <a:endParaRPr sz="12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19000" r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88778" y="5276008"/>
            <a:ext cx="290830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850" dirty="0">
                <a:solidFill>
                  <a:srgbClr val="50535B"/>
                </a:solidFill>
                <a:latin typeface="Roboto Lt"/>
                <a:cs typeface="Roboto Lt"/>
              </a:rPr>
              <a:t>6</a:t>
            </a:r>
            <a:r>
              <a:rPr sz="850" spc="-45" dirty="0">
                <a:solidFill>
                  <a:srgbClr val="50535B"/>
                </a:solidFill>
                <a:latin typeface="Roboto Lt"/>
                <a:cs typeface="Roboto Lt"/>
              </a:rPr>
              <a:t> </a:t>
            </a:r>
            <a:r>
              <a:rPr sz="850" dirty="0">
                <a:solidFill>
                  <a:srgbClr val="50535B"/>
                </a:solidFill>
                <a:latin typeface="Roboto Lt"/>
                <a:cs typeface="Roboto Lt"/>
              </a:rPr>
              <a:t>/</a:t>
            </a:r>
            <a:r>
              <a:rPr sz="850" spc="-45" dirty="0">
                <a:solidFill>
                  <a:srgbClr val="50535B"/>
                </a:solidFill>
                <a:latin typeface="Roboto Lt"/>
                <a:cs typeface="Roboto Lt"/>
              </a:rPr>
              <a:t> </a:t>
            </a:r>
            <a:r>
              <a:rPr sz="850" spc="-25" dirty="0">
                <a:solidFill>
                  <a:srgbClr val="50535B"/>
                </a:solidFill>
                <a:latin typeface="Roboto Lt"/>
                <a:cs typeface="Roboto Lt"/>
              </a:rPr>
              <a:t>10</a:t>
            </a:r>
            <a:endParaRPr sz="850">
              <a:latin typeface="Roboto Lt"/>
              <a:cs typeface="Roboto 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34752" y="633804"/>
            <a:ext cx="2538730" cy="20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b="1" spc="70" dirty="0">
                <a:solidFill>
                  <a:srgbClr val="262D37"/>
                </a:solidFill>
                <a:latin typeface="Aptos Black" panose="020B0004020202020204" pitchFamily="34" charset="0"/>
                <a:cs typeface="Arial" panose="020B0604020202020204"/>
              </a:rPr>
              <a:t>PHƯƠNG</a:t>
            </a:r>
            <a:r>
              <a:rPr sz="1200" b="1" spc="229" dirty="0">
                <a:solidFill>
                  <a:srgbClr val="262D37"/>
                </a:solidFill>
                <a:latin typeface="Aptos Black" panose="020B0004020202020204" pitchFamily="34" charset="0"/>
                <a:cs typeface="Arial" panose="020B0604020202020204"/>
              </a:rPr>
              <a:t> </a:t>
            </a:r>
            <a:r>
              <a:rPr sz="1200" b="1" spc="120" dirty="0">
                <a:solidFill>
                  <a:srgbClr val="262D37"/>
                </a:solidFill>
                <a:latin typeface="Aptos Black" panose="020B0004020202020204" pitchFamily="34" charset="0"/>
                <a:cs typeface="Arial" panose="020B0604020202020204"/>
              </a:rPr>
              <a:t>PHÁP</a:t>
            </a:r>
            <a:r>
              <a:rPr sz="1200" b="1" spc="229" dirty="0">
                <a:solidFill>
                  <a:srgbClr val="262D37"/>
                </a:solidFill>
                <a:latin typeface="Aptos Black" panose="020B0004020202020204" pitchFamily="34" charset="0"/>
                <a:cs typeface="Arial" panose="020B0604020202020204"/>
              </a:rPr>
              <a:t> </a:t>
            </a:r>
            <a:r>
              <a:rPr sz="1200" b="1" spc="114">
                <a:solidFill>
                  <a:srgbClr val="262D37"/>
                </a:solidFill>
                <a:latin typeface="Aptos Black" panose="020B0004020202020204" pitchFamily="34" charset="0"/>
                <a:cs typeface="Arial" panose="020B0604020202020204"/>
              </a:rPr>
              <a:t>NGHIÊN</a:t>
            </a:r>
            <a:r>
              <a:rPr sz="1200" b="1" spc="235">
                <a:solidFill>
                  <a:srgbClr val="262D37"/>
                </a:solidFill>
                <a:latin typeface="Aptos Black" panose="020B0004020202020204" pitchFamily="34" charset="0"/>
                <a:cs typeface="Arial" panose="020B0604020202020204"/>
              </a:rPr>
              <a:t> </a:t>
            </a:r>
            <a:r>
              <a:rPr lang="vi-VN" sz="1200" b="1" spc="235">
                <a:solidFill>
                  <a:srgbClr val="262D37"/>
                </a:solidFill>
                <a:latin typeface="Aptos Black" panose="020B0004020202020204" pitchFamily="34" charset="0"/>
                <a:cs typeface="Arial" panose="020B0604020202020204"/>
              </a:rPr>
              <a:t>CỨU</a:t>
            </a:r>
            <a:endParaRPr sz="1200" b="1">
              <a:latin typeface="Aptos Black" panose="020B0004020202020204" pitchFamily="34" charset="0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3251" y="845955"/>
            <a:ext cx="3684904" cy="975267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3050"/>
              </a:lnSpc>
              <a:spcBef>
                <a:spcPts val="705"/>
              </a:spcBef>
            </a:pPr>
            <a:r>
              <a:rPr sz="3200" spc="-16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sz="3200" spc="-23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54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sz="3200" spc="-22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63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endParaRPr lang="vi-VN" sz="3200" spc="-630">
              <a:solidFill>
                <a:srgbClr val="1D3A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3050"/>
              </a:lnSpc>
              <a:spcBef>
                <a:spcPts val="705"/>
              </a:spcBef>
            </a:pPr>
            <a:r>
              <a:rPr sz="3200" spc="-245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sz="3200" spc="-235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5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sz="3200" spc="-3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8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sz="3200" spc="-2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4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9050" y="2467610"/>
            <a:ext cx="206375" cy="209550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1123052" y="2970883"/>
            <a:ext cx="2023373" cy="732437"/>
            <a:chOff x="1769" y="4679"/>
            <a:chExt cx="3186" cy="1153"/>
          </a:xfrm>
        </p:grpSpPr>
        <p:sp>
          <p:nvSpPr>
            <p:cNvPr id="8" name="object 8"/>
            <p:cNvSpPr txBox="1"/>
            <p:nvPr/>
          </p:nvSpPr>
          <p:spPr>
            <a:xfrm>
              <a:off x="1769" y="4679"/>
              <a:ext cx="1477" cy="731"/>
            </a:xfrm>
            <a:prstGeom prst="rect">
              <a:avLst/>
            </a:prstGeom>
          </p:spPr>
          <p:txBody>
            <a:bodyPr vert="horz" wrap="square" lIns="0" tIns="31750" rIns="0" bIns="0" rtlCol="0">
              <a:spAutoFit/>
            </a:bodyPr>
            <a:lstStyle/>
            <a:p>
              <a:pPr marL="12700" marR="5080">
                <a:lnSpc>
                  <a:spcPts val="1670"/>
                </a:lnSpc>
                <a:spcBef>
                  <a:spcPts val="250"/>
                </a:spcBef>
              </a:pPr>
              <a:r>
                <a:rPr sz="1450" b="1" spc="-50" dirty="0">
                  <a:solidFill>
                    <a:srgbClr val="1D293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</a:t>
              </a:r>
              <a:r>
                <a:rPr sz="1400" b="1" spc="-50" dirty="0">
                  <a:solidFill>
                    <a:srgbClr val="1D293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ả</a:t>
              </a:r>
              <a:r>
                <a:rPr sz="1450" b="1" spc="-50" dirty="0">
                  <a:solidFill>
                    <a:srgbClr val="1D293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sz="1450" b="1" spc="-45" dirty="0">
                  <a:solidFill>
                    <a:srgbClr val="1D293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450" b="1" spc="-70" dirty="0">
                  <a:solidFill>
                    <a:srgbClr val="1D293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sát</a:t>
              </a:r>
              <a:r>
                <a:rPr sz="1450" b="1" spc="-40" dirty="0">
                  <a:solidFill>
                    <a:srgbClr val="1D293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450" b="1" spc="-180" dirty="0">
                  <a:solidFill>
                    <a:srgbClr val="1D293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 </a:t>
              </a:r>
              <a:r>
                <a:rPr sz="1450" b="1" spc="-55" dirty="0">
                  <a:solidFill>
                    <a:srgbClr val="1D293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Phân</a:t>
              </a:r>
              <a:r>
                <a:rPr sz="1450" b="1" spc="-35" dirty="0">
                  <a:solidFill>
                    <a:srgbClr val="1D293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450" b="1" spc="-20" dirty="0">
                  <a:solidFill>
                    <a:srgbClr val="1D293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tích</a:t>
              </a:r>
              <a:endParaRPr sz="14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1769" y="5523"/>
              <a:ext cx="3186" cy="30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>
                <a:lnSpc>
                  <a:spcPct val="120000"/>
                </a:lnSpc>
                <a:spcBef>
                  <a:spcPts val="95"/>
                </a:spcBef>
              </a:pPr>
              <a:r>
                <a:rPr sz="1000" spc="-20" dirty="0">
                  <a:solidFill>
                    <a:srgbClr val="262D37"/>
                  </a:solidFill>
                  <a:latin typeface="Arial MT"/>
                  <a:cs typeface="Arial MT"/>
                </a:rPr>
                <a:t>.</a:t>
              </a:r>
              <a:endParaRPr sz="1000">
                <a:latin typeface="Arial MT"/>
                <a:cs typeface="Arial MT"/>
              </a:endParaRPr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072755" y="2396681"/>
            <a:ext cx="3064510" cy="280670"/>
            <a:chOff x="4072755" y="2396681"/>
            <a:chExt cx="3064510" cy="28067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72755" y="2396681"/>
              <a:ext cx="234950" cy="2381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41858" y="2467781"/>
              <a:ext cx="295275" cy="20955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921355" y="2912483"/>
            <a:ext cx="1018540" cy="464184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>
              <a:lnSpc>
                <a:spcPts val="1670"/>
              </a:lnSpc>
              <a:spcBef>
                <a:spcPts val="250"/>
              </a:spcBef>
            </a:pPr>
            <a:r>
              <a:rPr sz="1450" b="1" spc="-5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sz="1450" b="1" spc="-1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50" b="1" spc="-6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400" b="1" spc="-6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</a:t>
            </a:r>
            <a:r>
              <a:rPr sz="1450" b="1" spc="-6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sz="1450" b="1" spc="-9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sz="1450" b="1" spc="-40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50" b="1" spc="-20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</a:t>
            </a:r>
            <a:r>
              <a:rPr sz="1400" b="1" spc="-20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ệ</a:t>
            </a:r>
            <a:r>
              <a:rPr sz="1450" b="1" spc="-20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sz="1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19658" y="2970883"/>
            <a:ext cx="967105" cy="464184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>
              <a:lnSpc>
                <a:spcPts val="1670"/>
              </a:lnSpc>
              <a:spcBef>
                <a:spcPts val="250"/>
              </a:spcBef>
            </a:pPr>
            <a:r>
              <a:rPr sz="1600" b="1" spc="-5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sz="1600" b="1" spc="-4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20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 </a:t>
            </a:r>
            <a:r>
              <a:rPr sz="1600" b="1" spc="-5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sz="1600" b="1" spc="-4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endParaRPr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10399" y="3799212"/>
            <a:ext cx="441959" cy="173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50" b="1" spc="-35" dirty="0">
                <a:solidFill>
                  <a:srgbClr val="334054"/>
                </a:solidFill>
                <a:latin typeface="Roboto"/>
                <a:cs typeface="Roboto"/>
              </a:rPr>
              <a:t>ReactJS</a:t>
            </a:r>
            <a:endParaRPr sz="950">
              <a:latin typeface="Roboto"/>
              <a:cs typeface="Robo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64438" y="3820851"/>
            <a:ext cx="491490" cy="139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50" spc="-50" dirty="0">
                <a:solidFill>
                  <a:srgbClr val="4F5864"/>
                </a:solidFill>
                <a:latin typeface="Tahoma" panose="020B0604030504040204"/>
                <a:cs typeface="Tahoma" panose="020B0604030504040204"/>
              </a:rPr>
              <a:t>FRONT-</a:t>
            </a:r>
            <a:r>
              <a:rPr sz="750" spc="-25" dirty="0">
                <a:solidFill>
                  <a:srgbClr val="4F5864"/>
                </a:solidFill>
                <a:latin typeface="Tahoma" panose="020B0604030504040204"/>
                <a:cs typeface="Tahoma" panose="020B0604030504040204"/>
              </a:rPr>
              <a:t>END</a:t>
            </a:r>
            <a:endParaRPr sz="7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10399" y="4222613"/>
            <a:ext cx="613410" cy="173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50" b="1" spc="-35" dirty="0">
                <a:solidFill>
                  <a:srgbClr val="334054"/>
                </a:solidFill>
                <a:latin typeface="Roboto"/>
                <a:cs typeface="Roboto"/>
              </a:rPr>
              <a:t>Spring</a:t>
            </a:r>
            <a:r>
              <a:rPr sz="950" b="1" spc="-25" dirty="0">
                <a:solidFill>
                  <a:srgbClr val="334054"/>
                </a:solidFill>
                <a:latin typeface="Roboto"/>
                <a:cs typeface="Roboto"/>
              </a:rPr>
              <a:t> </a:t>
            </a:r>
            <a:r>
              <a:rPr sz="950" b="1" spc="-35" dirty="0">
                <a:solidFill>
                  <a:srgbClr val="334054"/>
                </a:solidFill>
                <a:latin typeface="Roboto"/>
                <a:cs typeface="Roboto"/>
              </a:rPr>
              <a:t>Boot</a:t>
            </a:r>
            <a:endParaRPr sz="950">
              <a:latin typeface="Roboto"/>
              <a:cs typeface="Robo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64438" y="4198346"/>
            <a:ext cx="445134" cy="139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50" spc="-25" dirty="0">
                <a:solidFill>
                  <a:srgbClr val="4F5864"/>
                </a:solidFill>
                <a:latin typeface="Tahoma" panose="020B0604030504040204"/>
                <a:cs typeface="Tahoma" panose="020B0604030504040204"/>
              </a:rPr>
              <a:t>BACK-END</a:t>
            </a:r>
            <a:endParaRPr sz="7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10399" y="4653314"/>
            <a:ext cx="378460" cy="173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50" b="1" spc="-40" dirty="0">
                <a:solidFill>
                  <a:srgbClr val="334054"/>
                </a:solidFill>
                <a:latin typeface="Roboto"/>
                <a:cs typeface="Roboto"/>
              </a:rPr>
              <a:t>Python</a:t>
            </a:r>
            <a:endParaRPr sz="95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64438" y="4653314"/>
            <a:ext cx="402590" cy="139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50" spc="-45" dirty="0">
                <a:solidFill>
                  <a:srgbClr val="4F5864"/>
                </a:solidFill>
                <a:latin typeface="Tahoma" panose="020B0604030504040204"/>
                <a:cs typeface="Tahoma" panose="020B0604030504040204"/>
              </a:rPr>
              <a:t>AI</a:t>
            </a:r>
            <a:r>
              <a:rPr sz="750" spc="-55" dirty="0">
                <a:solidFill>
                  <a:srgbClr val="4F5864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750" spc="-30" dirty="0">
                <a:solidFill>
                  <a:srgbClr val="4F5864"/>
                </a:solidFill>
                <a:latin typeface="Tahoma" panose="020B0604030504040204"/>
                <a:cs typeface="Tahoma" panose="020B0604030504040204"/>
              </a:rPr>
              <a:t>/</a:t>
            </a:r>
            <a:r>
              <a:rPr sz="750" spc="-50" dirty="0">
                <a:solidFill>
                  <a:srgbClr val="4F5864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750" spc="-30" dirty="0">
                <a:solidFill>
                  <a:srgbClr val="4F5864"/>
                </a:solidFill>
                <a:latin typeface="Tahoma" panose="020B0604030504040204"/>
                <a:cs typeface="Tahoma" panose="020B0604030504040204"/>
              </a:rPr>
              <a:t>DATA</a:t>
            </a:r>
            <a:endParaRPr sz="7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38200" y="2133600"/>
            <a:ext cx="2514600" cy="3276600"/>
          </a:xfrm>
          <a:prstGeom prst="roundRect">
            <a:avLst/>
          </a:prstGeom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35" name="Rounded Rectangle 34"/>
          <p:cNvSpPr/>
          <p:nvPr/>
        </p:nvSpPr>
        <p:spPr>
          <a:xfrm>
            <a:off x="3657600" y="2133600"/>
            <a:ext cx="2743200" cy="335280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36" name="Rounded Rectangle 35"/>
          <p:cNvSpPr/>
          <p:nvPr/>
        </p:nvSpPr>
        <p:spPr>
          <a:xfrm>
            <a:off x="6629400" y="2133600"/>
            <a:ext cx="2895600" cy="3352800"/>
          </a:xfrm>
          <a:prstGeom prst="roundRect">
            <a:avLst/>
          </a:prstGeom>
        </p:spPr>
        <p:style>
          <a:lnRef idx="2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19000" r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88778" y="5276008"/>
            <a:ext cx="290830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850" dirty="0">
                <a:solidFill>
                  <a:srgbClr val="50535B"/>
                </a:solidFill>
                <a:latin typeface="Roboto Lt"/>
                <a:cs typeface="Roboto Lt"/>
              </a:rPr>
              <a:t>7</a:t>
            </a:r>
            <a:r>
              <a:rPr sz="850" spc="-45" dirty="0">
                <a:solidFill>
                  <a:srgbClr val="50535B"/>
                </a:solidFill>
                <a:latin typeface="Roboto Lt"/>
                <a:cs typeface="Roboto Lt"/>
              </a:rPr>
              <a:t> </a:t>
            </a:r>
            <a:r>
              <a:rPr sz="850" dirty="0">
                <a:solidFill>
                  <a:srgbClr val="50535B"/>
                </a:solidFill>
                <a:latin typeface="Roboto Lt"/>
                <a:cs typeface="Roboto Lt"/>
              </a:rPr>
              <a:t>/</a:t>
            </a:r>
            <a:r>
              <a:rPr sz="850" spc="-45" dirty="0">
                <a:solidFill>
                  <a:srgbClr val="50535B"/>
                </a:solidFill>
                <a:latin typeface="Roboto Lt"/>
                <a:cs typeface="Roboto Lt"/>
              </a:rPr>
              <a:t> </a:t>
            </a:r>
            <a:r>
              <a:rPr sz="850" spc="-25" dirty="0">
                <a:solidFill>
                  <a:srgbClr val="50535B"/>
                </a:solidFill>
                <a:latin typeface="Roboto Lt"/>
                <a:cs typeface="Roboto Lt"/>
              </a:rPr>
              <a:t>10</a:t>
            </a:r>
            <a:endParaRPr sz="850">
              <a:latin typeface="Roboto Lt"/>
              <a:cs typeface="Roboto L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8949" y="1253107"/>
            <a:ext cx="8967825" cy="394982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33251" y="712644"/>
            <a:ext cx="5113655" cy="715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14020">
              <a:lnSpc>
                <a:spcPts val="1610"/>
              </a:lnSpc>
              <a:spcBef>
                <a:spcPts val="90"/>
              </a:spcBef>
            </a:pPr>
            <a:r>
              <a:rPr sz="1200" b="1" spc="55" dirty="0">
                <a:solidFill>
                  <a:srgbClr val="262D37"/>
                </a:solidFill>
                <a:latin typeface="Aptos Black" panose="020B0004020202020204" pitchFamily="34" charset="0"/>
                <a:cs typeface="Arial" panose="020B0604020202020204"/>
              </a:rPr>
              <a:t>GIẢI</a:t>
            </a:r>
            <a:r>
              <a:rPr sz="1200" b="1" spc="225" dirty="0">
                <a:solidFill>
                  <a:srgbClr val="262D37"/>
                </a:solidFill>
                <a:latin typeface="Aptos Black" panose="020B0004020202020204" pitchFamily="34" charset="0"/>
                <a:cs typeface="Arial" panose="020B0604020202020204"/>
              </a:rPr>
              <a:t> </a:t>
            </a:r>
            <a:r>
              <a:rPr sz="1200" b="1" spc="120" dirty="0">
                <a:solidFill>
                  <a:srgbClr val="262D37"/>
                </a:solidFill>
                <a:latin typeface="Aptos Black" panose="020B0004020202020204" pitchFamily="34" charset="0"/>
                <a:cs typeface="Arial" panose="020B0604020202020204"/>
              </a:rPr>
              <a:t>PHÁP</a:t>
            </a:r>
            <a:r>
              <a:rPr sz="1200" b="1" spc="225" dirty="0">
                <a:solidFill>
                  <a:srgbClr val="262D37"/>
                </a:solidFill>
                <a:latin typeface="Aptos Black" panose="020B0004020202020204" pitchFamily="34" charset="0"/>
                <a:cs typeface="Arial" panose="020B0604020202020204"/>
              </a:rPr>
              <a:t> </a:t>
            </a:r>
            <a:r>
              <a:rPr sz="1200" b="1" spc="75" dirty="0">
                <a:solidFill>
                  <a:srgbClr val="262D37"/>
                </a:solidFill>
                <a:latin typeface="Aptos Black" panose="020B0004020202020204" pitchFamily="34" charset="0"/>
                <a:cs typeface="Arial" panose="020B0604020202020204"/>
              </a:rPr>
              <a:t>CÔNG</a:t>
            </a:r>
            <a:r>
              <a:rPr sz="1200" b="1" spc="229" dirty="0">
                <a:solidFill>
                  <a:srgbClr val="262D37"/>
                </a:solidFill>
                <a:latin typeface="Aptos Black" panose="020B0004020202020204" pitchFamily="34" charset="0"/>
                <a:cs typeface="Arial" panose="020B0604020202020204"/>
              </a:rPr>
              <a:t> </a:t>
            </a:r>
            <a:r>
              <a:rPr sz="1200" b="1" spc="40" dirty="0">
                <a:solidFill>
                  <a:srgbClr val="262D37"/>
                </a:solidFill>
                <a:latin typeface="Aptos Black" panose="020B0004020202020204" pitchFamily="34" charset="0"/>
                <a:cs typeface="Arial" panose="020B0604020202020204"/>
              </a:rPr>
              <a:t>NGHỆ</a:t>
            </a:r>
            <a:endParaRPr sz="1200">
              <a:latin typeface="Aptos Black" panose="020B0004020202020204" pitchFamily="34" charset="0"/>
              <a:cs typeface="Arial" panose="020B0604020202020204"/>
            </a:endParaRPr>
          </a:p>
          <a:p>
            <a:pPr marL="12700">
              <a:lnSpc>
                <a:spcPts val="3830"/>
              </a:lnSpc>
            </a:pPr>
            <a:r>
              <a:rPr sz="3600" spc="-25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sz="3600" spc="-27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31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sz="3600" spc="-27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19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sz="3600" spc="-2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24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sz="3600" spc="-27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26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3600" spc="-27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39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QuizCIT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9200" y="1584960"/>
            <a:ext cx="5916930" cy="85534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R="5080">
              <a:lnSpc>
                <a:spcPct val="121000"/>
              </a:lnSpc>
              <a:spcBef>
                <a:spcPts val="100"/>
              </a:spcBef>
            </a:pPr>
            <a:r>
              <a:rPr sz="1150" spc="-70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QuizCIT</a:t>
            </a:r>
            <a:r>
              <a:rPr sz="1150" spc="-30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 </a:t>
            </a:r>
            <a:r>
              <a:rPr sz="1150" spc="-60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là</a:t>
            </a:r>
            <a:r>
              <a:rPr sz="1150" spc="-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 </a:t>
            </a:r>
            <a:r>
              <a:rPr sz="1150" spc="-7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h</a:t>
            </a:r>
            <a:r>
              <a:rPr sz="1150" spc="-75" dirty="0">
                <a:solidFill>
                  <a:srgbClr val="374050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ệ</a:t>
            </a:r>
            <a:r>
              <a:rPr sz="1150" spc="-10" dirty="0">
                <a:solidFill>
                  <a:srgbClr val="374050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 </a:t>
            </a:r>
            <a:r>
              <a:rPr sz="1150" spc="-6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th</a:t>
            </a:r>
            <a:r>
              <a:rPr sz="1150" spc="-65" dirty="0">
                <a:solidFill>
                  <a:srgbClr val="374050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ố</a:t>
            </a:r>
            <a:r>
              <a:rPr sz="1150" spc="-6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ng</a:t>
            </a:r>
            <a:r>
              <a:rPr sz="1150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 </a:t>
            </a:r>
            <a:r>
              <a:rPr sz="1150" spc="-7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ôn</a:t>
            </a:r>
            <a:r>
              <a:rPr sz="1150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 </a:t>
            </a:r>
            <a:r>
              <a:rPr sz="1150" spc="-6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t</a:t>
            </a:r>
            <a:r>
              <a:rPr sz="1150" spc="-65" dirty="0">
                <a:solidFill>
                  <a:srgbClr val="374050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ậ</a:t>
            </a:r>
            <a:r>
              <a:rPr sz="1150" spc="-6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p</a:t>
            </a:r>
            <a:r>
              <a:rPr sz="1150" spc="-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 </a:t>
            </a:r>
            <a:r>
              <a:rPr sz="1150" spc="-30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tr</a:t>
            </a:r>
            <a:r>
              <a:rPr sz="1150" spc="-30" dirty="0">
                <a:solidFill>
                  <a:srgbClr val="374050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ự</a:t>
            </a:r>
            <a:r>
              <a:rPr sz="1150" spc="-30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c</a:t>
            </a:r>
            <a:r>
              <a:rPr sz="1150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 </a:t>
            </a:r>
            <a:r>
              <a:rPr sz="1150" spc="-7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tuy</a:t>
            </a:r>
            <a:r>
              <a:rPr sz="1150" spc="-75" dirty="0">
                <a:solidFill>
                  <a:srgbClr val="374050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ế</a:t>
            </a:r>
            <a:r>
              <a:rPr sz="1150" spc="-7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n</a:t>
            </a:r>
            <a:r>
              <a:rPr sz="1150" spc="-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 </a:t>
            </a:r>
            <a:r>
              <a:rPr sz="1150" spc="-55" dirty="0">
                <a:solidFill>
                  <a:srgbClr val="374050"/>
                </a:solidFill>
                <a:latin typeface="Lucida Sans Unicode" panose="020B0602030504020204"/>
                <a:cs typeface="Lucida Sans Unicode" panose="020B0602030504020204"/>
                <a:sym typeface="+mn-ea"/>
              </a:rPr>
              <a:t>đư</a:t>
            </a:r>
            <a:r>
              <a:rPr sz="1150" spc="-55" dirty="0">
                <a:solidFill>
                  <a:srgbClr val="374050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ợ</a:t>
            </a:r>
            <a:r>
              <a:rPr sz="1150" spc="-5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c</a:t>
            </a:r>
            <a:r>
              <a:rPr sz="1150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 </a:t>
            </a:r>
            <a:r>
              <a:rPr sz="1150" spc="-60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thi</a:t>
            </a:r>
            <a:r>
              <a:rPr sz="1150" spc="-60" dirty="0">
                <a:solidFill>
                  <a:srgbClr val="374050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ế</a:t>
            </a:r>
            <a:r>
              <a:rPr sz="1150" spc="-60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t</a:t>
            </a:r>
            <a:r>
              <a:rPr sz="1150" spc="-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 </a:t>
            </a:r>
            <a:r>
              <a:rPr sz="1150" spc="-70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k</a:t>
            </a:r>
            <a:r>
              <a:rPr sz="1150" spc="-70" dirty="0">
                <a:solidFill>
                  <a:srgbClr val="374050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ế</a:t>
            </a:r>
            <a:r>
              <a:rPr sz="1150" spc="-5" dirty="0">
                <a:solidFill>
                  <a:srgbClr val="374050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 </a:t>
            </a:r>
            <a:r>
              <a:rPr lang="en-US" altLang="en-US" sz="1150" spc="-5" dirty="0">
                <a:solidFill>
                  <a:srgbClr val="374050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 để giúp </a:t>
            </a:r>
            <a:r>
              <a:rPr sz="1150" spc="-7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cho</a:t>
            </a:r>
            <a:r>
              <a:rPr sz="1150" spc="-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 </a:t>
            </a:r>
            <a:r>
              <a:rPr lang="en-US" altLang="en-US" sz="1150" spc="-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sinh viên có thể ôn tập hiệu quả</a:t>
            </a:r>
            <a:r>
              <a:rPr sz="1150" spc="-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 </a:t>
            </a:r>
            <a:r>
              <a:rPr sz="1150" spc="-90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và</a:t>
            </a:r>
            <a:r>
              <a:rPr sz="1150" spc="-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 </a:t>
            </a:r>
            <a:r>
              <a:rPr sz="1150" spc="-80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cung</a:t>
            </a:r>
            <a:r>
              <a:rPr sz="1150" spc="-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 </a:t>
            </a:r>
            <a:r>
              <a:rPr sz="1150" spc="-70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c</a:t>
            </a:r>
            <a:r>
              <a:rPr sz="1150" spc="-70" dirty="0">
                <a:solidFill>
                  <a:srgbClr val="374050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ấ</a:t>
            </a:r>
            <a:r>
              <a:rPr sz="1150" spc="-70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p</a:t>
            </a:r>
            <a:r>
              <a:rPr sz="1150" spc="-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 </a:t>
            </a:r>
            <a:r>
              <a:rPr sz="1150" spc="-30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l</a:t>
            </a:r>
            <a:r>
              <a:rPr sz="1150" spc="-30" dirty="0">
                <a:solidFill>
                  <a:srgbClr val="374050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ộ</a:t>
            </a:r>
            <a:r>
              <a:rPr sz="1150" spc="-15" dirty="0">
                <a:solidFill>
                  <a:srgbClr val="374050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 </a:t>
            </a:r>
            <a:r>
              <a:rPr sz="1150" spc="-5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trình</a:t>
            </a:r>
            <a:r>
              <a:rPr sz="1150" spc="-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 </a:t>
            </a:r>
            <a:r>
              <a:rPr sz="1150" spc="-7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ôn</a:t>
            </a:r>
            <a:r>
              <a:rPr sz="1150" spc="-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 </a:t>
            </a:r>
            <a:r>
              <a:rPr sz="1150" spc="-6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t</a:t>
            </a:r>
            <a:r>
              <a:rPr sz="1150" spc="-65" dirty="0">
                <a:solidFill>
                  <a:srgbClr val="374050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ậ</a:t>
            </a:r>
            <a:r>
              <a:rPr sz="1150" spc="-6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p</a:t>
            </a:r>
            <a:r>
              <a:rPr sz="1150" spc="-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 </a:t>
            </a:r>
            <a:r>
              <a:rPr sz="1150" spc="-80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cá</a:t>
            </a:r>
            <a:r>
              <a:rPr sz="1150" spc="-5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 </a:t>
            </a:r>
            <a:r>
              <a:rPr sz="1150" spc="-80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nhân</a:t>
            </a:r>
            <a:r>
              <a:rPr sz="1150" spc="-10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 </a:t>
            </a:r>
            <a:r>
              <a:rPr sz="1150" spc="-20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hóa</a:t>
            </a:r>
            <a:r>
              <a:rPr lang="en-US" altLang="en-US" sz="1150" spc="-20" dirty="0">
                <a:solidFill>
                  <a:srgbClr val="374050"/>
                </a:solidFill>
                <a:latin typeface="Roboto Lt"/>
                <a:cs typeface="Roboto Lt"/>
                <a:sym typeface="+mn-ea"/>
              </a:rPr>
              <a:t> mà không lo lắng về chất lượng nội dung hay, ứng dụng rải rác</a:t>
            </a:r>
            <a:endParaRPr sz="1150">
              <a:latin typeface="Roboto Lt"/>
              <a:cs typeface="Roboto 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55072" y="4135778"/>
            <a:ext cx="1088128" cy="224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vi-VN" sz="1350" b="1" spc="-9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sz="1350" b="1" spc="-9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1" spc="-8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dung</a:t>
            </a:r>
            <a:r>
              <a:rPr sz="1350" b="1" spc="-90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1" spc="-100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endParaRPr sz="13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27890" y="4136624"/>
            <a:ext cx="1539510" cy="224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b="1" spc="-14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Trắc</a:t>
            </a:r>
            <a:r>
              <a:rPr sz="1350" b="1" spc="-8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1" spc="-80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nghiệm </a:t>
            </a:r>
            <a:r>
              <a:rPr sz="1350" b="1" spc="-140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sz="1350" b="1" spc="-80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1" spc="-4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endParaRPr sz="13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78442" y="4150753"/>
            <a:ext cx="1316355" cy="224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b="1" spc="-15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sz="1350" b="1" spc="-90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1" spc="-10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dõi</a:t>
            </a:r>
            <a:r>
              <a:rPr sz="1350" b="1" spc="-8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1" spc="-70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sz="1350" b="1" spc="-8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50" b="1" spc="-2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sz="1350" b="1" spc="-25" dirty="0">
                <a:solidFill>
                  <a:srgbClr val="1D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ộ</a:t>
            </a:r>
            <a:endParaRPr sz="13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980960" y="3453393"/>
            <a:ext cx="5955665" cy="257175"/>
            <a:chOff x="2047000" y="3087633"/>
            <a:chExt cx="5955665" cy="257175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47000" y="3087633"/>
              <a:ext cx="330200" cy="2540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51348" y="3087633"/>
              <a:ext cx="365125" cy="2571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10560" y="3087633"/>
              <a:ext cx="292100" cy="25717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292099" y="171513"/>
            <a:ext cx="8445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 MT"/>
                <a:cs typeface="Arial MT"/>
              </a:rPr>
              <a:t>10/01/2026,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07:53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file:///D:/code/HTML</a:t>
            </a:r>
            <a:r>
              <a:rPr spc="90" dirty="0"/>
              <a:t> </a:t>
            </a:r>
            <a:r>
              <a:rPr spc="-10" dirty="0"/>
              <a:t>CSS/Slide.html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25" dirty="0"/>
              <a:t>1/1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888778" y="166358"/>
            <a:ext cx="3417022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</a:t>
            </a:r>
            <a:r>
              <a:rPr sz="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z="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800" spc="-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800" spc="-5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sz="800" spc="-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sz="800" spc="-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8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đề xuất - QuizCIT</a:t>
            </a:r>
            <a:endParaRPr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1">
            <a:lum/>
          </a:blip>
          <a:srcRect/>
          <a:stretch>
            <a:fillRect l="-19000" r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88778" y="5276008"/>
            <a:ext cx="290830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850" dirty="0">
                <a:solidFill>
                  <a:srgbClr val="50535B"/>
                </a:solidFill>
                <a:latin typeface="Roboto Lt"/>
                <a:cs typeface="Roboto Lt"/>
              </a:rPr>
              <a:t>9</a:t>
            </a:r>
            <a:r>
              <a:rPr sz="850" spc="-45" dirty="0">
                <a:solidFill>
                  <a:srgbClr val="50535B"/>
                </a:solidFill>
                <a:latin typeface="Roboto Lt"/>
                <a:cs typeface="Roboto Lt"/>
              </a:rPr>
              <a:t> </a:t>
            </a:r>
            <a:r>
              <a:rPr sz="850" dirty="0">
                <a:solidFill>
                  <a:srgbClr val="50535B"/>
                </a:solidFill>
                <a:latin typeface="Roboto Lt"/>
                <a:cs typeface="Roboto Lt"/>
              </a:rPr>
              <a:t>/</a:t>
            </a:r>
            <a:r>
              <a:rPr sz="850" spc="-45" dirty="0">
                <a:solidFill>
                  <a:srgbClr val="50535B"/>
                </a:solidFill>
                <a:latin typeface="Roboto Lt"/>
                <a:cs typeface="Roboto Lt"/>
              </a:rPr>
              <a:t> </a:t>
            </a:r>
            <a:r>
              <a:rPr sz="850" spc="-25" dirty="0">
                <a:solidFill>
                  <a:srgbClr val="50535B"/>
                </a:solidFill>
                <a:latin typeface="Roboto Lt"/>
                <a:cs typeface="Roboto Lt"/>
              </a:rPr>
              <a:t>10</a:t>
            </a:r>
            <a:endParaRPr sz="850">
              <a:latin typeface="Roboto Lt"/>
              <a:cs typeface="Roboto 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3251" y="706950"/>
            <a:ext cx="3651250" cy="66838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14020">
              <a:lnSpc>
                <a:spcPts val="1610"/>
              </a:lnSpc>
              <a:spcBef>
                <a:spcPts val="135"/>
              </a:spcBef>
            </a:pPr>
            <a:r>
              <a:rPr sz="1200" dirty="0">
                <a:solidFill>
                  <a:srgbClr val="262D37"/>
                </a:solidFill>
                <a:latin typeface="Aptos Black" panose="020B0004020202020204" pitchFamily="34" charset="0"/>
                <a:cs typeface="Arial" panose="020B0604020202020204"/>
              </a:rPr>
              <a:t>L</a:t>
            </a:r>
            <a:r>
              <a:rPr sz="1200" dirty="0">
                <a:solidFill>
                  <a:srgbClr val="262D37"/>
                </a:solidFill>
                <a:latin typeface="Aptos Black" panose="020B0004020202020204" pitchFamily="34" charset="0"/>
                <a:cs typeface="Verdana" panose="020B0604030504040204"/>
              </a:rPr>
              <a:t>Ộ</a:t>
            </a:r>
            <a:r>
              <a:rPr sz="1200" spc="25" dirty="0">
                <a:solidFill>
                  <a:srgbClr val="262D37"/>
                </a:solidFill>
                <a:latin typeface="Aptos Black" panose="020B0004020202020204" pitchFamily="34" charset="0"/>
                <a:cs typeface="Verdana" panose="020B0604030504040204"/>
              </a:rPr>
              <a:t> </a:t>
            </a:r>
            <a:r>
              <a:rPr sz="1200" spc="114" dirty="0">
                <a:solidFill>
                  <a:srgbClr val="262D37"/>
                </a:solidFill>
                <a:latin typeface="Aptos Black" panose="020B0004020202020204" pitchFamily="34" charset="0"/>
                <a:cs typeface="Arial" panose="020B0604020202020204"/>
              </a:rPr>
              <a:t>TRÌNH</a:t>
            </a:r>
            <a:r>
              <a:rPr sz="1200" spc="170" dirty="0">
                <a:solidFill>
                  <a:srgbClr val="262D37"/>
                </a:solidFill>
                <a:latin typeface="Aptos Black" panose="020B0004020202020204" pitchFamily="34" charset="0"/>
                <a:cs typeface="Arial" panose="020B0604020202020204"/>
              </a:rPr>
              <a:t> </a:t>
            </a:r>
            <a:r>
              <a:rPr sz="1200" spc="65" dirty="0">
                <a:solidFill>
                  <a:srgbClr val="262D37"/>
                </a:solidFill>
                <a:latin typeface="Aptos Black" panose="020B0004020202020204" pitchFamily="34" charset="0"/>
                <a:cs typeface="Arial" panose="020B0604020202020204"/>
              </a:rPr>
              <a:t>TRI</a:t>
            </a:r>
            <a:r>
              <a:rPr sz="1200" spc="65" dirty="0">
                <a:solidFill>
                  <a:srgbClr val="262D37"/>
                </a:solidFill>
                <a:latin typeface="Aptos Black" panose="020B0004020202020204" pitchFamily="34" charset="0"/>
                <a:cs typeface="Verdana" panose="020B0604030504040204"/>
              </a:rPr>
              <a:t>Ể</a:t>
            </a:r>
            <a:r>
              <a:rPr sz="1200" spc="65" dirty="0">
                <a:solidFill>
                  <a:srgbClr val="262D37"/>
                </a:solidFill>
                <a:latin typeface="Aptos Black" panose="020B0004020202020204" pitchFamily="34" charset="0"/>
                <a:cs typeface="Arial" panose="020B0604020202020204"/>
              </a:rPr>
              <a:t>N</a:t>
            </a:r>
            <a:r>
              <a:rPr sz="1200" spc="175" dirty="0">
                <a:solidFill>
                  <a:srgbClr val="262D37"/>
                </a:solidFill>
                <a:latin typeface="Aptos Black" panose="020B0004020202020204" pitchFamily="34" charset="0"/>
                <a:cs typeface="Arial" panose="020B0604020202020204"/>
              </a:rPr>
              <a:t> </a:t>
            </a:r>
            <a:r>
              <a:rPr sz="1200" spc="90" dirty="0">
                <a:solidFill>
                  <a:srgbClr val="262D37"/>
                </a:solidFill>
                <a:latin typeface="Aptos Black" panose="020B0004020202020204" pitchFamily="34" charset="0"/>
                <a:cs typeface="Arial" panose="020B0604020202020204"/>
              </a:rPr>
              <a:t>KHAI</a:t>
            </a:r>
            <a:endParaRPr sz="1200">
              <a:latin typeface="Aptos Black" panose="020B0004020202020204" pitchFamily="34" charset="0"/>
              <a:cs typeface="Arial" panose="020B0604020202020204"/>
            </a:endParaRPr>
          </a:p>
          <a:p>
            <a:pPr marL="12700">
              <a:lnSpc>
                <a:spcPts val="3830"/>
              </a:lnSpc>
            </a:pPr>
            <a:r>
              <a:rPr sz="2800" spc="-14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sz="2800" spc="-4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8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sz="2800" spc="-31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9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800" spc="-31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8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58300" y="2316479"/>
            <a:ext cx="3125563" cy="3305134"/>
          </a:xfrm>
          <a:prstGeom prst="rect">
            <a:avLst/>
          </a:prstGeom>
        </p:spPr>
      </p:pic>
      <p:sp>
        <p:nvSpPr>
          <p:cNvPr id="5" name="object 5"/>
          <p:cNvSpPr txBox="1"/>
          <p:nvPr>
            <p:custDataLst>
              <p:tags r:id="rId1"/>
            </p:custDataLst>
          </p:nvPr>
        </p:nvSpPr>
        <p:spPr>
          <a:xfrm>
            <a:off x="1161947" y="3287788"/>
            <a:ext cx="2123440" cy="343684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r>
              <a:rPr sz="1400" b="1" spc="-25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Kh</a:t>
            </a:r>
            <a:r>
              <a:rPr sz="1400" b="1" spc="-25" dirty="0">
                <a:solidFill>
                  <a:srgbClr val="1D293B"/>
                </a:solidFill>
                <a:latin typeface="Aptos Black" panose="020B0004020202020204" pitchFamily="34" charset="0"/>
                <a:cs typeface="Arial" panose="020B0604020202020204"/>
              </a:rPr>
              <a:t>ả</a:t>
            </a:r>
            <a:r>
              <a:rPr sz="1400" b="1" spc="-25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o</a:t>
            </a:r>
            <a:r>
              <a:rPr sz="1400" b="1" spc="-45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 </a:t>
            </a:r>
            <a:r>
              <a:rPr sz="1400" b="1" spc="-65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sát</a:t>
            </a:r>
            <a:r>
              <a:rPr sz="1400" b="1" spc="-40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 </a:t>
            </a:r>
            <a:r>
              <a:rPr sz="1400" b="1" spc="-195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&amp;</a:t>
            </a:r>
            <a:r>
              <a:rPr sz="1400" b="1" spc="-45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 </a:t>
            </a:r>
            <a:r>
              <a:rPr sz="1400" b="1" spc="-50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Phân</a:t>
            </a:r>
            <a:r>
              <a:rPr sz="1400" b="1" spc="-40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 </a:t>
            </a:r>
            <a:r>
              <a:rPr sz="1400" b="1" spc="-20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tích</a:t>
            </a:r>
            <a:r>
              <a:rPr sz="1400" spc="-20" dirty="0">
                <a:solidFill>
                  <a:srgbClr val="262D37"/>
                </a:solidFill>
                <a:latin typeface="Aptos Black" panose="020B0004020202020204" pitchFamily="34" charset="0"/>
                <a:cs typeface="Microsoft Sans Serif" panose="020B0604020202020204"/>
              </a:rPr>
              <a:t>.</a:t>
            </a:r>
            <a:endParaRPr sz="1400">
              <a:latin typeface="Aptos Black" panose="020B0004020202020204" pitchFamily="34" charset="0"/>
              <a:cs typeface="Microsoft Sans Serif" panose="020B0604020202020204"/>
            </a:endParaRPr>
          </a:p>
        </p:txBody>
      </p:sp>
      <p:grpSp>
        <p:nvGrpSpPr>
          <p:cNvPr id="6" name="object 6"/>
          <p:cNvGrpSpPr/>
          <p:nvPr>
            <p:custDataLst>
              <p:tags r:id="rId2"/>
            </p:custDataLst>
          </p:nvPr>
        </p:nvGrpSpPr>
        <p:grpSpPr>
          <a:xfrm>
            <a:off x="1749551" y="1874519"/>
            <a:ext cx="948055" cy="950594"/>
            <a:chOff x="1749551" y="1874519"/>
            <a:chExt cx="948055" cy="950594"/>
          </a:xfrm>
        </p:grpSpPr>
        <p:pic>
          <p:nvPicPr>
            <p:cNvPr id="7" name="object 7"/>
            <p:cNvPicPr/>
            <p:nvPr>
              <p:custDataLst>
                <p:tags r:id="rId16"/>
              </p:custDataLst>
            </p:nvPr>
          </p:nvPicPr>
          <p:blipFill>
            <a:blip r:embed="rId23" cstate="print"/>
            <a:stretch>
              <a:fillRect/>
            </a:stretch>
          </p:blipFill>
          <p:spPr>
            <a:xfrm>
              <a:off x="2106654" y="2586481"/>
              <a:ext cx="234950" cy="238125"/>
            </a:xfrm>
            <a:prstGeom prst="rect">
              <a:avLst/>
            </a:prstGeom>
          </p:spPr>
        </p:pic>
        <p:sp>
          <p:nvSpPr>
            <p:cNvPr id="8" name="object 8"/>
            <p:cNvSpPr/>
            <p:nvPr>
              <p:custDataLst>
                <p:tags r:id="rId17"/>
              </p:custDataLst>
            </p:nvPr>
          </p:nvSpPr>
          <p:spPr>
            <a:xfrm>
              <a:off x="1749551" y="1874519"/>
              <a:ext cx="948055" cy="405765"/>
            </a:xfrm>
            <a:custGeom>
              <a:avLst/>
              <a:gdLst/>
              <a:ahLst/>
              <a:cxnLst/>
              <a:rect l="l" t="t" r="r" b="b"/>
              <a:pathLst>
                <a:path w="948055" h="405764">
                  <a:moveTo>
                    <a:pt x="947927" y="405383"/>
                  </a:moveTo>
                  <a:lnTo>
                    <a:pt x="0" y="405383"/>
                  </a:lnTo>
                  <a:lnTo>
                    <a:pt x="0" y="0"/>
                  </a:lnTo>
                  <a:lnTo>
                    <a:pt x="947927" y="0"/>
                  </a:lnTo>
                  <a:lnTo>
                    <a:pt x="947927" y="35034"/>
                  </a:lnTo>
                  <a:lnTo>
                    <a:pt x="203802" y="35034"/>
                  </a:lnTo>
                  <a:lnTo>
                    <a:pt x="190138" y="35694"/>
                  </a:lnTo>
                  <a:lnTo>
                    <a:pt x="150723" y="45592"/>
                  </a:lnTo>
                  <a:lnTo>
                    <a:pt x="115854" y="66463"/>
                  </a:lnTo>
                  <a:lnTo>
                    <a:pt x="88455" y="96662"/>
                  </a:lnTo>
                  <a:lnTo>
                    <a:pt x="71040" y="133531"/>
                  </a:lnTo>
                  <a:lnTo>
                    <a:pt x="65102" y="173734"/>
                  </a:lnTo>
                  <a:lnTo>
                    <a:pt x="65761" y="187397"/>
                  </a:lnTo>
                  <a:lnTo>
                    <a:pt x="75659" y="226812"/>
                  </a:lnTo>
                  <a:lnTo>
                    <a:pt x="96531" y="261682"/>
                  </a:lnTo>
                  <a:lnTo>
                    <a:pt x="126730" y="289081"/>
                  </a:lnTo>
                  <a:lnTo>
                    <a:pt x="163600" y="306496"/>
                  </a:lnTo>
                  <a:lnTo>
                    <a:pt x="203802" y="312435"/>
                  </a:lnTo>
                  <a:lnTo>
                    <a:pt x="947927" y="312435"/>
                  </a:lnTo>
                  <a:lnTo>
                    <a:pt x="947927" y="405383"/>
                  </a:lnTo>
                  <a:close/>
                </a:path>
                <a:path w="948055" h="405764">
                  <a:moveTo>
                    <a:pt x="947927" y="312435"/>
                  </a:moveTo>
                  <a:lnTo>
                    <a:pt x="744003" y="312435"/>
                  </a:lnTo>
                  <a:lnTo>
                    <a:pt x="757667" y="311775"/>
                  </a:lnTo>
                  <a:lnTo>
                    <a:pt x="771067" y="309795"/>
                  </a:lnTo>
                  <a:lnTo>
                    <a:pt x="809452" y="296038"/>
                  </a:lnTo>
                  <a:lnTo>
                    <a:pt x="842079" y="271810"/>
                  </a:lnTo>
                  <a:lnTo>
                    <a:pt x="866307" y="239183"/>
                  </a:lnTo>
                  <a:lnTo>
                    <a:pt x="880064" y="200798"/>
                  </a:lnTo>
                  <a:lnTo>
                    <a:pt x="882704" y="173734"/>
                  </a:lnTo>
                  <a:lnTo>
                    <a:pt x="882044" y="160071"/>
                  </a:lnTo>
                  <a:lnTo>
                    <a:pt x="872145" y="120656"/>
                  </a:lnTo>
                  <a:lnTo>
                    <a:pt x="851274" y="85786"/>
                  </a:lnTo>
                  <a:lnTo>
                    <a:pt x="821075" y="58387"/>
                  </a:lnTo>
                  <a:lnTo>
                    <a:pt x="784206" y="40973"/>
                  </a:lnTo>
                  <a:lnTo>
                    <a:pt x="744003" y="35034"/>
                  </a:lnTo>
                  <a:lnTo>
                    <a:pt x="947927" y="35034"/>
                  </a:lnTo>
                  <a:lnTo>
                    <a:pt x="947927" y="31243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>
              <p:custDataLst>
                <p:tags r:id="rId18"/>
              </p:custDataLst>
            </p:nvPr>
          </p:nvSpPr>
          <p:spPr>
            <a:xfrm>
              <a:off x="1807353" y="1902254"/>
              <a:ext cx="832485" cy="292100"/>
            </a:xfrm>
            <a:custGeom>
              <a:avLst/>
              <a:gdLst/>
              <a:ahLst/>
              <a:cxnLst/>
              <a:rect l="l" t="t" r="r" b="b"/>
              <a:pathLst>
                <a:path w="832485" h="292100">
                  <a:moveTo>
                    <a:pt x="686201" y="292000"/>
                  </a:moveTo>
                  <a:lnTo>
                    <a:pt x="146000" y="292000"/>
                  </a:lnTo>
                  <a:lnTo>
                    <a:pt x="138827" y="291825"/>
                  </a:lnTo>
                  <a:lnTo>
                    <a:pt x="96822" y="283469"/>
                  </a:lnTo>
                  <a:lnTo>
                    <a:pt x="59020" y="263264"/>
                  </a:lnTo>
                  <a:lnTo>
                    <a:pt x="28736" y="232980"/>
                  </a:lnTo>
                  <a:lnTo>
                    <a:pt x="8530" y="195178"/>
                  </a:lnTo>
                  <a:lnTo>
                    <a:pt x="175" y="153173"/>
                  </a:lnTo>
                  <a:lnTo>
                    <a:pt x="0" y="146000"/>
                  </a:lnTo>
                  <a:lnTo>
                    <a:pt x="175" y="138827"/>
                  </a:lnTo>
                  <a:lnTo>
                    <a:pt x="8530" y="96822"/>
                  </a:lnTo>
                  <a:lnTo>
                    <a:pt x="28736" y="59020"/>
                  </a:lnTo>
                  <a:lnTo>
                    <a:pt x="59020" y="28735"/>
                  </a:lnTo>
                  <a:lnTo>
                    <a:pt x="96821" y="8530"/>
                  </a:lnTo>
                  <a:lnTo>
                    <a:pt x="138827" y="175"/>
                  </a:lnTo>
                  <a:lnTo>
                    <a:pt x="146000" y="0"/>
                  </a:lnTo>
                  <a:lnTo>
                    <a:pt x="686201" y="0"/>
                  </a:lnTo>
                  <a:lnTo>
                    <a:pt x="728583" y="6284"/>
                  </a:lnTo>
                  <a:lnTo>
                    <a:pt x="767315" y="24605"/>
                  </a:lnTo>
                  <a:lnTo>
                    <a:pt x="799062" y="53377"/>
                  </a:lnTo>
                  <a:lnTo>
                    <a:pt x="821088" y="90128"/>
                  </a:lnTo>
                  <a:lnTo>
                    <a:pt x="831500" y="131689"/>
                  </a:lnTo>
                  <a:lnTo>
                    <a:pt x="832202" y="146000"/>
                  </a:lnTo>
                  <a:lnTo>
                    <a:pt x="832026" y="153173"/>
                  </a:lnTo>
                  <a:lnTo>
                    <a:pt x="823671" y="195178"/>
                  </a:lnTo>
                  <a:lnTo>
                    <a:pt x="803465" y="232980"/>
                  </a:lnTo>
                  <a:lnTo>
                    <a:pt x="773181" y="263264"/>
                  </a:lnTo>
                  <a:lnTo>
                    <a:pt x="735380" y="283469"/>
                  </a:lnTo>
                  <a:lnTo>
                    <a:pt x="693374" y="291825"/>
                  </a:lnTo>
                  <a:lnTo>
                    <a:pt x="686201" y="292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>
              <p:custDataLst>
                <p:tags r:id="rId19"/>
              </p:custDataLst>
            </p:nvPr>
          </p:nvSpPr>
          <p:spPr>
            <a:xfrm>
              <a:off x="2216150" y="2194254"/>
              <a:ext cx="14604" cy="113664"/>
            </a:xfrm>
            <a:custGeom>
              <a:avLst/>
              <a:gdLst/>
              <a:ahLst/>
              <a:cxnLst/>
              <a:rect l="l" t="t" r="r" b="b"/>
              <a:pathLst>
                <a:path w="14605" h="113664">
                  <a:moveTo>
                    <a:pt x="14605" y="69354"/>
                  </a:moveTo>
                  <a:lnTo>
                    <a:pt x="0" y="69354"/>
                  </a:lnTo>
                  <a:lnTo>
                    <a:pt x="0" y="113157"/>
                  </a:lnTo>
                  <a:lnTo>
                    <a:pt x="14605" y="113157"/>
                  </a:lnTo>
                  <a:lnTo>
                    <a:pt x="14605" y="69354"/>
                  </a:lnTo>
                  <a:close/>
                </a:path>
                <a:path w="14605" h="113664">
                  <a:moveTo>
                    <a:pt x="14605" y="0"/>
                  </a:moveTo>
                  <a:lnTo>
                    <a:pt x="0" y="0"/>
                  </a:lnTo>
                  <a:lnTo>
                    <a:pt x="0" y="43802"/>
                  </a:lnTo>
                  <a:lnTo>
                    <a:pt x="14605" y="43802"/>
                  </a:lnTo>
                  <a:lnTo>
                    <a:pt x="14605" y="0"/>
                  </a:lnTo>
                  <a:close/>
                </a:path>
              </a:pathLst>
            </a:custGeom>
            <a:solidFill>
              <a:srgbClr val="94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>
            <p:custDataLst>
              <p:tags r:id="rId3"/>
            </p:custDataLst>
          </p:nvPr>
        </p:nvSpPr>
        <p:spPr>
          <a:xfrm>
            <a:off x="1968599" y="1947218"/>
            <a:ext cx="50990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spc="-10" dirty="0">
                <a:solidFill>
                  <a:srgbClr val="ABABAB"/>
                </a:solidFill>
                <a:latin typeface="Trebuchet MS" panose="020B0603020202020204"/>
                <a:cs typeface="Trebuchet MS" panose="020B0603020202020204"/>
              </a:rPr>
              <a:t>03/2026</a:t>
            </a:r>
            <a:endParaRPr sz="95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12" name="object 12"/>
          <p:cNvPicPr/>
          <p:nvPr>
            <p:custDataLst>
              <p:tags r:id="rId4"/>
            </p:custDataLst>
          </p:nvPr>
        </p:nvPicPr>
        <p:blipFill>
          <a:blip r:embed="rId24" cstate="print"/>
          <a:stretch>
            <a:fillRect/>
          </a:stretch>
        </p:blipFill>
        <p:spPr>
          <a:xfrm>
            <a:off x="3773423" y="2316479"/>
            <a:ext cx="2520695" cy="2182367"/>
          </a:xfrm>
          <a:prstGeom prst="rect">
            <a:avLst/>
          </a:prstGeom>
        </p:spPr>
      </p:pic>
      <p:sp>
        <p:nvSpPr>
          <p:cNvPr id="13" name="object 13"/>
          <p:cNvSpPr txBox="1"/>
          <p:nvPr>
            <p:custDataLst>
              <p:tags r:id="rId5"/>
            </p:custDataLst>
          </p:nvPr>
        </p:nvSpPr>
        <p:spPr>
          <a:xfrm>
            <a:off x="4091308" y="3287788"/>
            <a:ext cx="1885314" cy="567656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r>
              <a:rPr sz="1400" b="1" spc="-35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Thi</a:t>
            </a:r>
            <a:r>
              <a:rPr sz="1400" b="1" spc="-35" dirty="0">
                <a:solidFill>
                  <a:srgbClr val="1D293B"/>
                </a:solidFill>
                <a:latin typeface="Aptos Black" panose="020B0004020202020204" pitchFamily="34" charset="0"/>
                <a:cs typeface="Arial" panose="020B0604020202020204"/>
              </a:rPr>
              <a:t>ế</a:t>
            </a:r>
            <a:r>
              <a:rPr sz="1400" b="1" spc="-35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t</a:t>
            </a:r>
            <a:r>
              <a:rPr sz="1400" b="1" spc="-45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 </a:t>
            </a:r>
            <a:r>
              <a:rPr sz="1400" b="1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k</a:t>
            </a:r>
            <a:r>
              <a:rPr sz="1400" b="1" dirty="0">
                <a:solidFill>
                  <a:srgbClr val="1D293B"/>
                </a:solidFill>
                <a:latin typeface="Aptos Black" panose="020B0004020202020204" pitchFamily="34" charset="0"/>
                <a:cs typeface="Arial" panose="020B0604020202020204"/>
              </a:rPr>
              <a:t>ế</a:t>
            </a:r>
            <a:r>
              <a:rPr sz="1400" b="1" spc="5" dirty="0">
                <a:solidFill>
                  <a:srgbClr val="1D293B"/>
                </a:solidFill>
                <a:latin typeface="Aptos Black" panose="020B0004020202020204" pitchFamily="34" charset="0"/>
                <a:cs typeface="Arial" panose="020B0604020202020204"/>
              </a:rPr>
              <a:t> </a:t>
            </a:r>
            <a:r>
              <a:rPr sz="1400" b="1" spc="-195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&amp;</a:t>
            </a:r>
            <a:r>
              <a:rPr sz="1400" b="1" spc="-40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 </a:t>
            </a:r>
            <a:r>
              <a:rPr sz="1400" b="1" spc="-90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Xây</a:t>
            </a:r>
            <a:r>
              <a:rPr sz="1400" b="1" spc="-40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 </a:t>
            </a:r>
            <a:r>
              <a:rPr sz="1400" b="1" spc="-20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d</a:t>
            </a:r>
            <a:r>
              <a:rPr sz="1400" b="1" spc="-20" dirty="0">
                <a:solidFill>
                  <a:srgbClr val="1D293B"/>
                </a:solidFill>
                <a:latin typeface="Aptos Black" panose="020B0004020202020204" pitchFamily="34" charset="0"/>
                <a:cs typeface="Arial" panose="020B0604020202020204"/>
              </a:rPr>
              <a:t>ự</a:t>
            </a:r>
            <a:r>
              <a:rPr sz="1400" b="1" spc="-20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ng</a:t>
            </a:r>
            <a:endParaRPr sz="1400">
              <a:latin typeface="Aptos Black" panose="020B0004020202020204" pitchFamily="34" charset="0"/>
              <a:cs typeface="Tahoma" panose="020B0604030504040204"/>
            </a:endParaRPr>
          </a:p>
          <a:p>
            <a:pPr marL="12065" marR="5080" algn="ctr">
              <a:lnSpc>
                <a:spcPct val="121000"/>
              </a:lnSpc>
              <a:spcBef>
                <a:spcPts val="460"/>
              </a:spcBef>
            </a:pPr>
            <a:endParaRPr sz="9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4" name="object 14"/>
          <p:cNvGrpSpPr/>
          <p:nvPr>
            <p:custDataLst>
              <p:tags r:id="rId6"/>
            </p:custDataLst>
          </p:nvPr>
        </p:nvGrpSpPr>
        <p:grpSpPr>
          <a:xfrm>
            <a:off x="4422647" y="1874519"/>
            <a:ext cx="1222375" cy="950594"/>
            <a:chOff x="4422647" y="1874519"/>
            <a:chExt cx="1222375" cy="950594"/>
          </a:xfrm>
        </p:grpSpPr>
        <p:pic>
          <p:nvPicPr>
            <p:cNvPr id="15" name="object 15"/>
            <p:cNvPicPr/>
            <p:nvPr>
              <p:custDataLst>
                <p:tags r:id="rId12"/>
              </p:custDataLst>
            </p:nvPr>
          </p:nvPicPr>
          <p:blipFill>
            <a:blip r:embed="rId25" cstate="print"/>
            <a:stretch>
              <a:fillRect/>
            </a:stretch>
          </p:blipFill>
          <p:spPr>
            <a:xfrm>
              <a:off x="4917162" y="2586481"/>
              <a:ext cx="234950" cy="23812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>
              <p:custDataLst>
                <p:tags r:id="rId13"/>
              </p:custDataLst>
            </p:nvPr>
          </p:nvSpPr>
          <p:spPr>
            <a:xfrm>
              <a:off x="4422647" y="1874519"/>
              <a:ext cx="1222375" cy="405765"/>
            </a:xfrm>
            <a:custGeom>
              <a:avLst/>
              <a:gdLst/>
              <a:ahLst/>
              <a:cxnLst/>
              <a:rect l="l" t="t" r="r" b="b"/>
              <a:pathLst>
                <a:path w="1222375" h="405764">
                  <a:moveTo>
                    <a:pt x="1222247" y="405383"/>
                  </a:moveTo>
                  <a:lnTo>
                    <a:pt x="0" y="405383"/>
                  </a:lnTo>
                  <a:lnTo>
                    <a:pt x="0" y="0"/>
                  </a:lnTo>
                  <a:lnTo>
                    <a:pt x="1222247" y="0"/>
                  </a:lnTo>
                  <a:lnTo>
                    <a:pt x="1222247" y="35034"/>
                  </a:lnTo>
                  <a:lnTo>
                    <a:pt x="202513" y="35034"/>
                  </a:lnTo>
                  <a:lnTo>
                    <a:pt x="188850" y="35694"/>
                  </a:lnTo>
                  <a:lnTo>
                    <a:pt x="149434" y="45592"/>
                  </a:lnTo>
                  <a:lnTo>
                    <a:pt x="114565" y="66463"/>
                  </a:lnTo>
                  <a:lnTo>
                    <a:pt x="87166" y="96662"/>
                  </a:lnTo>
                  <a:lnTo>
                    <a:pt x="69751" y="133531"/>
                  </a:lnTo>
                  <a:lnTo>
                    <a:pt x="63813" y="173734"/>
                  </a:lnTo>
                  <a:lnTo>
                    <a:pt x="64473" y="187397"/>
                  </a:lnTo>
                  <a:lnTo>
                    <a:pt x="74370" y="226812"/>
                  </a:lnTo>
                  <a:lnTo>
                    <a:pt x="95242" y="261682"/>
                  </a:lnTo>
                  <a:lnTo>
                    <a:pt x="125441" y="289081"/>
                  </a:lnTo>
                  <a:lnTo>
                    <a:pt x="162311" y="306496"/>
                  </a:lnTo>
                  <a:lnTo>
                    <a:pt x="202513" y="312435"/>
                  </a:lnTo>
                  <a:lnTo>
                    <a:pt x="1222247" y="312435"/>
                  </a:lnTo>
                  <a:lnTo>
                    <a:pt x="1222247" y="405383"/>
                  </a:lnTo>
                  <a:close/>
                </a:path>
                <a:path w="1222375" h="405764">
                  <a:moveTo>
                    <a:pt x="1222247" y="312435"/>
                  </a:moveTo>
                  <a:lnTo>
                    <a:pt x="1020115" y="312435"/>
                  </a:lnTo>
                  <a:lnTo>
                    <a:pt x="1033779" y="311775"/>
                  </a:lnTo>
                  <a:lnTo>
                    <a:pt x="1047179" y="309795"/>
                  </a:lnTo>
                  <a:lnTo>
                    <a:pt x="1085564" y="296038"/>
                  </a:lnTo>
                  <a:lnTo>
                    <a:pt x="1118191" y="271810"/>
                  </a:lnTo>
                  <a:lnTo>
                    <a:pt x="1142419" y="239183"/>
                  </a:lnTo>
                  <a:lnTo>
                    <a:pt x="1156176" y="200798"/>
                  </a:lnTo>
                  <a:lnTo>
                    <a:pt x="1158816" y="173734"/>
                  </a:lnTo>
                  <a:lnTo>
                    <a:pt x="1158156" y="160071"/>
                  </a:lnTo>
                  <a:lnTo>
                    <a:pt x="1148257" y="120656"/>
                  </a:lnTo>
                  <a:lnTo>
                    <a:pt x="1127386" y="85786"/>
                  </a:lnTo>
                  <a:lnTo>
                    <a:pt x="1097187" y="58387"/>
                  </a:lnTo>
                  <a:lnTo>
                    <a:pt x="1060317" y="40973"/>
                  </a:lnTo>
                  <a:lnTo>
                    <a:pt x="1020115" y="35034"/>
                  </a:lnTo>
                  <a:lnTo>
                    <a:pt x="1222247" y="35034"/>
                  </a:lnTo>
                  <a:lnTo>
                    <a:pt x="1222247" y="31243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>
              <p:custDataLst>
                <p:tags r:id="rId14"/>
              </p:custDataLst>
            </p:nvPr>
          </p:nvSpPr>
          <p:spPr>
            <a:xfrm>
              <a:off x="4479161" y="1902254"/>
              <a:ext cx="1109980" cy="292100"/>
            </a:xfrm>
            <a:custGeom>
              <a:avLst/>
              <a:gdLst/>
              <a:ahLst/>
              <a:cxnLst/>
              <a:rect l="l" t="t" r="r" b="b"/>
              <a:pathLst>
                <a:path w="1109979" h="292100">
                  <a:moveTo>
                    <a:pt x="963602" y="292000"/>
                  </a:moveTo>
                  <a:lnTo>
                    <a:pt x="146000" y="292000"/>
                  </a:lnTo>
                  <a:lnTo>
                    <a:pt x="138827" y="291825"/>
                  </a:lnTo>
                  <a:lnTo>
                    <a:pt x="96821" y="283469"/>
                  </a:lnTo>
                  <a:lnTo>
                    <a:pt x="59020" y="263264"/>
                  </a:lnTo>
                  <a:lnTo>
                    <a:pt x="28735" y="232980"/>
                  </a:lnTo>
                  <a:lnTo>
                    <a:pt x="8530" y="195178"/>
                  </a:lnTo>
                  <a:lnTo>
                    <a:pt x="175" y="153173"/>
                  </a:lnTo>
                  <a:lnTo>
                    <a:pt x="0" y="146000"/>
                  </a:lnTo>
                  <a:lnTo>
                    <a:pt x="175" y="138827"/>
                  </a:lnTo>
                  <a:lnTo>
                    <a:pt x="8530" y="96822"/>
                  </a:lnTo>
                  <a:lnTo>
                    <a:pt x="28735" y="59020"/>
                  </a:lnTo>
                  <a:lnTo>
                    <a:pt x="59020" y="28735"/>
                  </a:lnTo>
                  <a:lnTo>
                    <a:pt x="96821" y="8530"/>
                  </a:lnTo>
                  <a:lnTo>
                    <a:pt x="138827" y="175"/>
                  </a:lnTo>
                  <a:lnTo>
                    <a:pt x="146000" y="0"/>
                  </a:lnTo>
                  <a:lnTo>
                    <a:pt x="963602" y="0"/>
                  </a:lnTo>
                  <a:lnTo>
                    <a:pt x="1005984" y="6284"/>
                  </a:lnTo>
                  <a:lnTo>
                    <a:pt x="1044715" y="24605"/>
                  </a:lnTo>
                  <a:lnTo>
                    <a:pt x="1076463" y="53377"/>
                  </a:lnTo>
                  <a:lnTo>
                    <a:pt x="1098489" y="90128"/>
                  </a:lnTo>
                  <a:lnTo>
                    <a:pt x="1108901" y="131689"/>
                  </a:lnTo>
                  <a:lnTo>
                    <a:pt x="1109603" y="146000"/>
                  </a:lnTo>
                  <a:lnTo>
                    <a:pt x="1109427" y="153173"/>
                  </a:lnTo>
                  <a:lnTo>
                    <a:pt x="1101071" y="195178"/>
                  </a:lnTo>
                  <a:lnTo>
                    <a:pt x="1080866" y="232980"/>
                  </a:lnTo>
                  <a:lnTo>
                    <a:pt x="1050581" y="263264"/>
                  </a:lnTo>
                  <a:lnTo>
                    <a:pt x="1012780" y="283469"/>
                  </a:lnTo>
                  <a:lnTo>
                    <a:pt x="970775" y="291825"/>
                  </a:lnTo>
                  <a:lnTo>
                    <a:pt x="963602" y="292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>
              <p:custDataLst>
                <p:tags r:id="rId15"/>
              </p:custDataLst>
            </p:nvPr>
          </p:nvSpPr>
          <p:spPr>
            <a:xfrm>
              <a:off x="5026660" y="2194254"/>
              <a:ext cx="14604" cy="113664"/>
            </a:xfrm>
            <a:custGeom>
              <a:avLst/>
              <a:gdLst/>
              <a:ahLst/>
              <a:cxnLst/>
              <a:rect l="l" t="t" r="r" b="b"/>
              <a:pathLst>
                <a:path w="14604" h="113664">
                  <a:moveTo>
                    <a:pt x="14592" y="69354"/>
                  </a:moveTo>
                  <a:lnTo>
                    <a:pt x="0" y="69354"/>
                  </a:lnTo>
                  <a:lnTo>
                    <a:pt x="0" y="113157"/>
                  </a:lnTo>
                  <a:lnTo>
                    <a:pt x="14592" y="113157"/>
                  </a:lnTo>
                  <a:lnTo>
                    <a:pt x="14592" y="69354"/>
                  </a:lnTo>
                  <a:close/>
                </a:path>
                <a:path w="14604" h="113664">
                  <a:moveTo>
                    <a:pt x="14592" y="0"/>
                  </a:moveTo>
                  <a:lnTo>
                    <a:pt x="0" y="0"/>
                  </a:lnTo>
                  <a:lnTo>
                    <a:pt x="0" y="43802"/>
                  </a:lnTo>
                  <a:lnTo>
                    <a:pt x="14592" y="43802"/>
                  </a:lnTo>
                  <a:lnTo>
                    <a:pt x="14592" y="0"/>
                  </a:lnTo>
                  <a:close/>
                </a:path>
              </a:pathLst>
            </a:custGeom>
            <a:solidFill>
              <a:srgbClr val="94A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>
            <p:custDataLst>
              <p:tags r:id="rId7"/>
            </p:custDataLst>
          </p:nvPr>
        </p:nvSpPr>
        <p:spPr>
          <a:xfrm>
            <a:off x="4642916" y="1947218"/>
            <a:ext cx="78232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spc="70" dirty="0">
                <a:solidFill>
                  <a:srgbClr val="ABABAB"/>
                </a:solidFill>
                <a:latin typeface="Trebuchet MS" panose="020B0603020202020204"/>
                <a:cs typeface="Trebuchet MS" panose="020B0603020202020204"/>
              </a:rPr>
              <a:t>04</a:t>
            </a:r>
            <a:r>
              <a:rPr sz="950" b="1" spc="-25" dirty="0">
                <a:solidFill>
                  <a:srgbClr val="ABABA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50" b="1" dirty="0">
                <a:solidFill>
                  <a:srgbClr val="ABABAB"/>
                </a:solidFill>
                <a:latin typeface="Trebuchet MS" panose="020B0603020202020204"/>
                <a:cs typeface="Trebuchet MS" panose="020B0603020202020204"/>
              </a:rPr>
              <a:t>-</a:t>
            </a:r>
            <a:r>
              <a:rPr sz="950" b="1" spc="-20" dirty="0">
                <a:solidFill>
                  <a:srgbClr val="ABABA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50" b="1" spc="-10" dirty="0">
                <a:solidFill>
                  <a:srgbClr val="ABABAB"/>
                </a:solidFill>
                <a:latin typeface="Trebuchet MS" panose="020B0603020202020204"/>
                <a:cs typeface="Trebuchet MS" panose="020B0603020202020204"/>
              </a:rPr>
              <a:t>05/2026</a:t>
            </a:r>
            <a:endParaRPr sz="95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20" name="object 20"/>
          <p:cNvPicPr/>
          <p:nvPr>
            <p:custDataLst>
              <p:tags r:id="rId8"/>
            </p:custDataLst>
          </p:nvPr>
        </p:nvPicPr>
        <p:blipFill>
          <a:blip r:embed="rId26" cstate="print"/>
          <a:stretch>
            <a:fillRect/>
          </a:stretch>
        </p:blipFill>
        <p:spPr>
          <a:xfrm>
            <a:off x="6583679" y="1874519"/>
            <a:ext cx="2520695" cy="2596895"/>
          </a:xfrm>
          <a:prstGeom prst="rect">
            <a:avLst/>
          </a:prstGeom>
        </p:spPr>
      </p:pic>
      <p:sp>
        <p:nvSpPr>
          <p:cNvPr id="21" name="object 21"/>
          <p:cNvSpPr txBox="1"/>
          <p:nvPr>
            <p:custDataLst>
              <p:tags r:id="rId9"/>
            </p:custDataLst>
          </p:nvPr>
        </p:nvSpPr>
        <p:spPr>
          <a:xfrm>
            <a:off x="6681974" y="3297672"/>
            <a:ext cx="2394464" cy="567656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00"/>
              </a:spcBef>
            </a:pPr>
            <a:r>
              <a:rPr sz="1400" b="1" spc="-55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Tích</a:t>
            </a:r>
            <a:r>
              <a:rPr sz="1400" b="1" spc="-40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 </a:t>
            </a:r>
            <a:r>
              <a:rPr sz="1400" b="1" spc="-65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h</a:t>
            </a:r>
            <a:r>
              <a:rPr sz="1400" b="1" spc="-65" dirty="0">
                <a:solidFill>
                  <a:srgbClr val="1D293B"/>
                </a:solidFill>
                <a:latin typeface="Aptos Black" panose="020B0004020202020204" pitchFamily="34" charset="0"/>
                <a:cs typeface="Arial" panose="020B0604020202020204"/>
              </a:rPr>
              <a:t>ợ</a:t>
            </a:r>
            <a:r>
              <a:rPr sz="1400" b="1" spc="-65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p</a:t>
            </a:r>
            <a:r>
              <a:rPr sz="1400" b="1" spc="-40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 </a:t>
            </a:r>
            <a:r>
              <a:rPr sz="1400" b="1" spc="-135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AI</a:t>
            </a:r>
            <a:r>
              <a:rPr sz="1400" b="1" spc="-35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 </a:t>
            </a:r>
            <a:r>
              <a:rPr sz="1400" b="1" spc="-195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&amp;</a:t>
            </a:r>
            <a:r>
              <a:rPr sz="1400" b="1" spc="-40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 </a:t>
            </a:r>
            <a:r>
              <a:rPr sz="1400" b="1" spc="-70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Th</a:t>
            </a:r>
            <a:r>
              <a:rPr sz="1400" b="1" spc="-70" dirty="0">
                <a:solidFill>
                  <a:srgbClr val="1D293B"/>
                </a:solidFill>
                <a:latin typeface="Aptos Black" panose="020B0004020202020204" pitchFamily="34" charset="0"/>
                <a:cs typeface="Arial" panose="020B0604020202020204"/>
              </a:rPr>
              <a:t>ử</a:t>
            </a:r>
            <a:r>
              <a:rPr sz="1400" b="1" spc="5" dirty="0">
                <a:solidFill>
                  <a:srgbClr val="1D293B"/>
                </a:solidFill>
                <a:latin typeface="Aptos Black" panose="020B0004020202020204" pitchFamily="34" charset="0"/>
                <a:cs typeface="Arial" panose="020B0604020202020204"/>
              </a:rPr>
              <a:t> </a:t>
            </a:r>
            <a:r>
              <a:rPr sz="1400" b="1" spc="-10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nghi</a:t>
            </a:r>
            <a:r>
              <a:rPr sz="1400" b="1" spc="-10" dirty="0">
                <a:solidFill>
                  <a:srgbClr val="1D293B"/>
                </a:solidFill>
                <a:latin typeface="Aptos Black" panose="020B0004020202020204" pitchFamily="34" charset="0"/>
                <a:cs typeface="Arial" panose="020B0604020202020204"/>
              </a:rPr>
              <a:t>ệ</a:t>
            </a:r>
            <a:r>
              <a:rPr sz="1400" b="1" spc="-10" dirty="0">
                <a:solidFill>
                  <a:srgbClr val="1D293B"/>
                </a:solidFill>
                <a:latin typeface="Aptos Black" panose="020B0004020202020204" pitchFamily="34" charset="0"/>
                <a:cs typeface="Tahoma" panose="020B0604030504040204"/>
              </a:rPr>
              <a:t>m</a:t>
            </a:r>
            <a:endParaRPr sz="1400">
              <a:latin typeface="Aptos Black" panose="020B0004020202020204" pitchFamily="34" charset="0"/>
              <a:cs typeface="Tahoma" panose="020B0604030504040204"/>
            </a:endParaRPr>
          </a:p>
          <a:p>
            <a:pPr marL="12700" marR="5080" indent="11430">
              <a:lnSpc>
                <a:spcPct val="121000"/>
              </a:lnSpc>
              <a:spcBef>
                <a:spcPts val="460"/>
              </a:spcBef>
            </a:pPr>
            <a:endParaRPr sz="95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22" name="object 22"/>
          <p:cNvPicPr/>
          <p:nvPr>
            <p:custDataLst>
              <p:tags r:id="rId10"/>
            </p:custDataLst>
          </p:nvPr>
        </p:nvPicPr>
        <p:blipFill>
          <a:blip r:embed="rId27" cstate="print"/>
          <a:stretch>
            <a:fillRect/>
          </a:stretch>
        </p:blipFill>
        <p:spPr>
          <a:xfrm>
            <a:off x="7683869" y="2576191"/>
            <a:ext cx="323850" cy="260350"/>
          </a:xfrm>
          <a:prstGeom prst="rect">
            <a:avLst/>
          </a:prstGeom>
        </p:spPr>
      </p:pic>
      <p:sp>
        <p:nvSpPr>
          <p:cNvPr id="23" name="object 23"/>
          <p:cNvSpPr txBox="1"/>
          <p:nvPr>
            <p:custDataLst>
              <p:tags r:id="rId11"/>
            </p:custDataLst>
          </p:nvPr>
        </p:nvSpPr>
        <p:spPr>
          <a:xfrm>
            <a:off x="7452625" y="1947218"/>
            <a:ext cx="78359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dirty="0">
                <a:solidFill>
                  <a:srgbClr val="ABABAB"/>
                </a:solidFill>
                <a:latin typeface="Trebuchet MS" panose="020B0603020202020204"/>
                <a:cs typeface="Trebuchet MS" panose="020B0603020202020204"/>
              </a:rPr>
              <a:t>06</a:t>
            </a:r>
            <a:r>
              <a:rPr sz="950" b="1" spc="20" dirty="0">
                <a:solidFill>
                  <a:srgbClr val="ABABA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50" b="1" dirty="0">
                <a:solidFill>
                  <a:srgbClr val="ABABAB"/>
                </a:solidFill>
                <a:latin typeface="Trebuchet MS" panose="020B0603020202020204"/>
                <a:cs typeface="Trebuchet MS" panose="020B0603020202020204"/>
              </a:rPr>
              <a:t>-</a:t>
            </a:r>
            <a:r>
              <a:rPr sz="950" b="1" spc="25" dirty="0">
                <a:solidFill>
                  <a:srgbClr val="ABABA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950" b="1" spc="-10" dirty="0">
                <a:solidFill>
                  <a:srgbClr val="ABABAB"/>
                </a:solidFill>
                <a:latin typeface="Trebuchet MS" panose="020B0603020202020204"/>
                <a:cs typeface="Trebuchet MS" panose="020B0603020202020204"/>
              </a:rPr>
              <a:t>08/2026</a:t>
            </a:r>
            <a:endParaRPr sz="95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19000" r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34752" y="706950"/>
            <a:ext cx="909319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262D37"/>
                </a:solidFill>
                <a:latin typeface="Aptos Black" panose="020B0004020202020204" pitchFamily="34" charset="0"/>
                <a:cs typeface="Tahoma" panose="020B0604030504040204"/>
              </a:rPr>
              <a:t>T</a:t>
            </a:r>
            <a:r>
              <a:rPr sz="1400" b="1" dirty="0">
                <a:solidFill>
                  <a:srgbClr val="262D37"/>
                </a:solidFill>
                <a:latin typeface="Aptos Black" panose="020B0004020202020204" pitchFamily="34" charset="0"/>
                <a:cs typeface="Arial" panose="020B0604020202020204"/>
              </a:rPr>
              <a:t>Ổ</a:t>
            </a:r>
            <a:r>
              <a:rPr sz="1400" b="1" dirty="0">
                <a:solidFill>
                  <a:srgbClr val="262D37"/>
                </a:solidFill>
                <a:latin typeface="Aptos Black" panose="020B0004020202020204" pitchFamily="34" charset="0"/>
                <a:cs typeface="Tahoma" panose="020B0604030504040204"/>
              </a:rPr>
              <a:t>NG</a:t>
            </a:r>
            <a:r>
              <a:rPr sz="1400" b="1" spc="370" dirty="0">
                <a:solidFill>
                  <a:srgbClr val="262D37"/>
                </a:solidFill>
                <a:latin typeface="Aptos Black" panose="020B0004020202020204" pitchFamily="34" charset="0"/>
                <a:cs typeface="Tahoma" panose="020B0604030504040204"/>
              </a:rPr>
              <a:t> </a:t>
            </a:r>
            <a:r>
              <a:rPr sz="1400" b="1" spc="-25" dirty="0">
                <a:solidFill>
                  <a:srgbClr val="262D37"/>
                </a:solidFill>
                <a:latin typeface="Aptos Black" panose="020B0004020202020204" pitchFamily="34" charset="0"/>
                <a:cs typeface="Tahoma" panose="020B0604030504040204"/>
              </a:rPr>
              <a:t>K</a:t>
            </a:r>
            <a:r>
              <a:rPr sz="1400" b="1" spc="-25" dirty="0">
                <a:solidFill>
                  <a:srgbClr val="262D37"/>
                </a:solidFill>
                <a:latin typeface="Aptos Black" panose="020B0004020202020204" pitchFamily="34" charset="0"/>
                <a:cs typeface="Arial" panose="020B0604020202020204"/>
              </a:rPr>
              <a:t>Ế</a:t>
            </a:r>
            <a:r>
              <a:rPr sz="1400" b="1" spc="-25" dirty="0">
                <a:solidFill>
                  <a:srgbClr val="262D37"/>
                </a:solidFill>
                <a:latin typeface="Aptos Black" panose="020B0004020202020204" pitchFamily="34" charset="0"/>
                <a:cs typeface="Tahoma" panose="020B0604030504040204"/>
              </a:rPr>
              <a:t>T</a:t>
            </a:r>
            <a:endParaRPr sz="1400">
              <a:latin typeface="Aptos Black" panose="020B0004020202020204" pitchFamily="34" charset="0"/>
              <a:cs typeface="Tahoma" panose="020B060403050404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3251" y="939905"/>
            <a:ext cx="3582670" cy="4895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5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95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ế</a:t>
            </a:r>
            <a:r>
              <a:rPr sz="305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3050" spc="-11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5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</a:t>
            </a:r>
            <a:r>
              <a:rPr sz="295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ậ</a:t>
            </a:r>
            <a:r>
              <a:rPr sz="305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3050" spc="-10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50" spc="-31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3050" spc="-9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50" spc="5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2750" spc="55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ỳ</a:t>
            </a:r>
            <a:r>
              <a:rPr sz="2750" spc="3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50" spc="-2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2950" spc="-2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ọ</a:t>
            </a:r>
            <a:r>
              <a:rPr sz="3050" spc="-20" dirty="0">
                <a:solidFill>
                  <a:srgbClr val="1D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endParaRPr sz="30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54208" y="4800600"/>
            <a:ext cx="5689096" cy="395621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25"/>
              </a:spcBef>
            </a:pPr>
            <a:r>
              <a:rPr b="1" spc="-70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Trân</a:t>
            </a:r>
            <a:r>
              <a:rPr b="1" spc="-50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 </a:t>
            </a:r>
            <a:r>
              <a:rPr b="1" spc="-20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tr</a:t>
            </a:r>
            <a:r>
              <a:rPr b="1" spc="-20" dirty="0">
                <a:solidFill>
                  <a:srgbClr val="1D3A8A"/>
                </a:solidFill>
                <a:latin typeface="Aptos Black" panose="020B0004020202020204" pitchFamily="34" charset="0"/>
                <a:cs typeface="Arial" panose="020B0604020202020204"/>
              </a:rPr>
              <a:t>ọ</a:t>
            </a:r>
            <a:r>
              <a:rPr b="1" spc="-20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ng</a:t>
            </a:r>
            <a:r>
              <a:rPr b="1" spc="-85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 </a:t>
            </a:r>
            <a:r>
              <a:rPr b="1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c</a:t>
            </a:r>
            <a:r>
              <a:rPr b="1" dirty="0">
                <a:solidFill>
                  <a:srgbClr val="1D3A8A"/>
                </a:solidFill>
                <a:latin typeface="Aptos Black" panose="020B0004020202020204" pitchFamily="34" charset="0"/>
                <a:cs typeface="Arial" panose="020B0604020202020204"/>
              </a:rPr>
              <a:t>ả</a:t>
            </a:r>
            <a:r>
              <a:rPr b="1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m</a:t>
            </a:r>
            <a:r>
              <a:rPr b="1" spc="-60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 </a:t>
            </a:r>
            <a:r>
              <a:rPr b="1" spc="-20" dirty="0">
                <a:solidFill>
                  <a:srgbClr val="1D3A8A"/>
                </a:solidFill>
                <a:latin typeface="Aptos Black" panose="020B0004020202020204" pitchFamily="34" charset="0"/>
                <a:cs typeface="Arial" panose="020B0604020202020204"/>
              </a:rPr>
              <a:t>ơ</a:t>
            </a:r>
            <a:r>
              <a:rPr b="1" spc="-20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n</a:t>
            </a:r>
            <a:r>
              <a:rPr b="1" spc="-60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 </a:t>
            </a:r>
            <a:r>
              <a:rPr b="1" spc="-25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Th</a:t>
            </a:r>
            <a:r>
              <a:rPr b="1" spc="-25" dirty="0">
                <a:solidFill>
                  <a:srgbClr val="1D3A8A"/>
                </a:solidFill>
                <a:latin typeface="Aptos Black" panose="020B0004020202020204" pitchFamily="34" charset="0"/>
                <a:cs typeface="Arial" panose="020B0604020202020204"/>
              </a:rPr>
              <a:t>ầ</a:t>
            </a:r>
            <a:r>
              <a:rPr b="1" spc="-25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y</a:t>
            </a:r>
            <a:r>
              <a:rPr b="1" spc="-60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 </a:t>
            </a:r>
            <a:r>
              <a:rPr b="1" spc="-10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Cô</a:t>
            </a:r>
            <a:r>
              <a:rPr b="1" spc="-65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 </a:t>
            </a:r>
            <a:r>
              <a:rPr b="1" spc="-70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và</a:t>
            </a:r>
            <a:r>
              <a:rPr b="1" spc="-50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 </a:t>
            </a:r>
            <a:r>
              <a:rPr b="1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các</a:t>
            </a:r>
            <a:r>
              <a:rPr b="1" spc="-60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 </a:t>
            </a:r>
            <a:r>
              <a:rPr b="1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b</a:t>
            </a:r>
            <a:r>
              <a:rPr b="1" dirty="0">
                <a:solidFill>
                  <a:srgbClr val="1D3A8A"/>
                </a:solidFill>
                <a:latin typeface="Aptos Black" panose="020B0004020202020204" pitchFamily="34" charset="0"/>
                <a:cs typeface="Arial" panose="020B0604020202020204"/>
              </a:rPr>
              <a:t>ạ</a:t>
            </a:r>
            <a:r>
              <a:rPr b="1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n</a:t>
            </a:r>
            <a:r>
              <a:rPr b="1" spc="-60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 </a:t>
            </a:r>
            <a:r>
              <a:rPr b="1" dirty="0">
                <a:solidFill>
                  <a:srgbClr val="1D3A8A"/>
                </a:solidFill>
                <a:latin typeface="Aptos Black" panose="020B0004020202020204" pitchFamily="34" charset="0"/>
                <a:cs typeface="Arial" panose="020B0604020202020204"/>
              </a:rPr>
              <a:t>đ</a:t>
            </a:r>
            <a:r>
              <a:rPr b="1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ã</a:t>
            </a:r>
            <a:r>
              <a:rPr b="1" spc="-60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 </a:t>
            </a:r>
            <a:r>
              <a:rPr b="1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l</a:t>
            </a:r>
            <a:r>
              <a:rPr b="1" dirty="0">
                <a:solidFill>
                  <a:srgbClr val="1D3A8A"/>
                </a:solidFill>
                <a:latin typeface="Aptos Black" panose="020B0004020202020204" pitchFamily="34" charset="0"/>
                <a:cs typeface="Arial" panose="020B0604020202020204"/>
              </a:rPr>
              <a:t>ắ</a:t>
            </a:r>
            <a:r>
              <a:rPr b="1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ng</a:t>
            </a:r>
            <a:r>
              <a:rPr b="1" spc="-60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 </a:t>
            </a:r>
            <a:r>
              <a:rPr b="1" spc="-10" dirty="0">
                <a:solidFill>
                  <a:srgbClr val="1D3A8A"/>
                </a:solidFill>
                <a:latin typeface="Aptos Black" panose="020B0004020202020204" pitchFamily="34" charset="0"/>
                <a:cs typeface="Tahoma" panose="020B0604030504040204"/>
              </a:rPr>
              <a:t>nghe!</a:t>
            </a:r>
            <a:endParaRPr>
              <a:latin typeface="Aptos Black" panose="020B0004020202020204" pitchFamily="34" charset="0"/>
              <a:cs typeface="Roboto Bk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3816" y="1609343"/>
            <a:ext cx="8442959" cy="267919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334752" y="2830598"/>
            <a:ext cx="1538510" cy="2622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sz="1600" b="1" spc="-145" dirty="0">
                <a:solidFill>
                  <a:srgbClr val="1D293B"/>
                </a:solidFill>
                <a:latin typeface="Aptos Black" panose="020B0004020202020204" pitchFamily="34" charset="0"/>
                <a:cs typeface="Verdana" panose="020B0604030504040204"/>
              </a:rPr>
              <a:t>T</a:t>
            </a:r>
            <a:r>
              <a:rPr sz="1600" b="1" spc="-145" dirty="0">
                <a:solidFill>
                  <a:srgbClr val="1D293B"/>
                </a:solidFill>
                <a:latin typeface="Aptos Black" panose="020B0004020202020204" pitchFamily="34" charset="0"/>
                <a:cs typeface="Arial" panose="020B0604020202020204"/>
              </a:rPr>
              <a:t>ự</a:t>
            </a:r>
            <a:r>
              <a:rPr sz="1600" b="1" spc="10" dirty="0">
                <a:solidFill>
                  <a:srgbClr val="1D293B"/>
                </a:solidFill>
                <a:latin typeface="Aptos Black" panose="020B0004020202020204" pitchFamily="34" charset="0"/>
                <a:cs typeface="Arial" panose="020B0604020202020204"/>
              </a:rPr>
              <a:t> </a:t>
            </a:r>
            <a:r>
              <a:rPr sz="1600" b="1" spc="-75" dirty="0">
                <a:solidFill>
                  <a:srgbClr val="1D293B"/>
                </a:solidFill>
                <a:latin typeface="Aptos Black" panose="020B0004020202020204" pitchFamily="34" charset="0"/>
                <a:cs typeface="Verdana" panose="020B0604030504040204"/>
              </a:rPr>
              <a:t>h</a:t>
            </a:r>
            <a:r>
              <a:rPr sz="1600" b="1" spc="-75" dirty="0">
                <a:solidFill>
                  <a:srgbClr val="1D293B"/>
                </a:solidFill>
                <a:latin typeface="Aptos Black" panose="020B0004020202020204" pitchFamily="34" charset="0"/>
                <a:cs typeface="Arial" panose="020B0604020202020204"/>
              </a:rPr>
              <a:t>ọ</a:t>
            </a:r>
            <a:r>
              <a:rPr sz="1600" b="1" spc="-75" dirty="0">
                <a:solidFill>
                  <a:srgbClr val="1D293B"/>
                </a:solidFill>
                <a:latin typeface="Aptos Black" panose="020B0004020202020204" pitchFamily="34" charset="0"/>
                <a:cs typeface="Verdana" panose="020B0604030504040204"/>
              </a:rPr>
              <a:t>c</a:t>
            </a:r>
            <a:r>
              <a:rPr sz="1600" b="1" spc="-95" dirty="0">
                <a:solidFill>
                  <a:srgbClr val="1D293B"/>
                </a:solidFill>
                <a:latin typeface="Aptos Black" panose="020B0004020202020204" pitchFamily="34" charset="0"/>
                <a:cs typeface="Verdana" panose="020B0604030504040204"/>
              </a:rPr>
              <a:t> </a:t>
            </a:r>
            <a:r>
              <a:rPr sz="1600" b="1" spc="-90" dirty="0">
                <a:solidFill>
                  <a:srgbClr val="1D293B"/>
                </a:solidFill>
                <a:latin typeface="Aptos Black" panose="020B0004020202020204" pitchFamily="34" charset="0"/>
                <a:cs typeface="Verdana" panose="020B0604030504040204"/>
              </a:rPr>
              <a:t>hi</a:t>
            </a:r>
            <a:r>
              <a:rPr sz="1600" b="1" spc="-90" dirty="0">
                <a:solidFill>
                  <a:srgbClr val="1D293B"/>
                </a:solidFill>
                <a:latin typeface="Aptos Black" panose="020B0004020202020204" pitchFamily="34" charset="0"/>
                <a:cs typeface="Arial" panose="020B0604020202020204"/>
              </a:rPr>
              <a:t>ệ</a:t>
            </a:r>
            <a:r>
              <a:rPr sz="1600" b="1" spc="-90" dirty="0">
                <a:solidFill>
                  <a:srgbClr val="1D293B"/>
                </a:solidFill>
                <a:latin typeface="Aptos Black" panose="020B0004020202020204" pitchFamily="34" charset="0"/>
                <a:cs typeface="Verdana" panose="020B0604030504040204"/>
              </a:rPr>
              <a:t>u</a:t>
            </a:r>
            <a:r>
              <a:rPr sz="1600" b="1" spc="-95" dirty="0">
                <a:solidFill>
                  <a:srgbClr val="1D293B"/>
                </a:solidFill>
                <a:latin typeface="Aptos Black" panose="020B0004020202020204" pitchFamily="34" charset="0"/>
                <a:cs typeface="Verdana" panose="020B0604030504040204"/>
              </a:rPr>
              <a:t> </a:t>
            </a:r>
            <a:r>
              <a:rPr sz="1600" b="1" spc="-50" dirty="0">
                <a:solidFill>
                  <a:srgbClr val="1D293B"/>
                </a:solidFill>
                <a:latin typeface="Aptos Black" panose="020B0004020202020204" pitchFamily="34" charset="0"/>
                <a:cs typeface="Verdana" panose="020B0604030504040204"/>
              </a:rPr>
              <a:t>qu</a:t>
            </a:r>
            <a:r>
              <a:rPr sz="1600" b="1" spc="-50" dirty="0">
                <a:solidFill>
                  <a:srgbClr val="1D293B"/>
                </a:solidFill>
                <a:latin typeface="Aptos Black" panose="020B0004020202020204" pitchFamily="34" charset="0"/>
                <a:cs typeface="Arial" panose="020B0604020202020204"/>
              </a:rPr>
              <a:t>ả</a:t>
            </a:r>
            <a:endParaRPr sz="1600">
              <a:latin typeface="Aptos Black" panose="020B0004020202020204" pitchFamily="34" charset="0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29735" y="2834809"/>
            <a:ext cx="1598930" cy="2622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altLang="" sz="1600" b="1" spc="-110" dirty="0">
                <a:solidFill>
                  <a:srgbClr val="1D293B"/>
                </a:solidFill>
                <a:latin typeface="Aptos Black" panose="020B0004020202020204" pitchFamily="34" charset="0"/>
                <a:cs typeface="Verdana" panose="020B0604030504040204"/>
              </a:rPr>
              <a:t>Giảm sự phân tâm</a:t>
            </a: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06656" y="2242430"/>
            <a:ext cx="292100" cy="29845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878636" y="2830599"/>
            <a:ext cx="2096183" cy="2622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sz="1600" b="1" spc="-150" dirty="0">
                <a:solidFill>
                  <a:srgbClr val="1D293B"/>
                </a:solidFill>
                <a:latin typeface="Aptos Black" panose="020B0004020202020204" pitchFamily="34" charset="0"/>
                <a:cs typeface="Verdana" panose="020B0604030504040204"/>
              </a:rPr>
              <a:t>Nâng</a:t>
            </a:r>
            <a:r>
              <a:rPr sz="1600" b="1" spc="-95" dirty="0">
                <a:solidFill>
                  <a:srgbClr val="1D293B"/>
                </a:solidFill>
                <a:latin typeface="Aptos Black" panose="020B0004020202020204" pitchFamily="34" charset="0"/>
                <a:cs typeface="Verdana" panose="020B0604030504040204"/>
              </a:rPr>
              <a:t> </a:t>
            </a:r>
            <a:r>
              <a:rPr sz="1600" b="1" spc="-135" dirty="0">
                <a:solidFill>
                  <a:srgbClr val="1D293B"/>
                </a:solidFill>
                <a:latin typeface="Aptos Black" panose="020B0004020202020204" pitchFamily="34" charset="0"/>
                <a:cs typeface="Verdana" panose="020B0604030504040204"/>
              </a:rPr>
              <a:t>cao</a:t>
            </a:r>
            <a:r>
              <a:rPr sz="1600" b="1" spc="-90" dirty="0">
                <a:solidFill>
                  <a:srgbClr val="1D293B"/>
                </a:solidFill>
                <a:latin typeface="Aptos Black" panose="020B0004020202020204" pitchFamily="34" charset="0"/>
                <a:cs typeface="Verdana" panose="020B0604030504040204"/>
              </a:rPr>
              <a:t> </a:t>
            </a:r>
            <a:r>
              <a:rPr sz="1600" b="1" spc="-80" dirty="0">
                <a:solidFill>
                  <a:srgbClr val="1D293B"/>
                </a:solidFill>
                <a:latin typeface="Aptos Black" panose="020B0004020202020204" pitchFamily="34" charset="0"/>
                <a:cs typeface="Verdana" panose="020B0604030504040204"/>
              </a:rPr>
              <a:t>ch</a:t>
            </a:r>
            <a:r>
              <a:rPr sz="1600" b="1" spc="-80" dirty="0">
                <a:solidFill>
                  <a:srgbClr val="1D293B"/>
                </a:solidFill>
                <a:latin typeface="Aptos Black" panose="020B0004020202020204" pitchFamily="34" charset="0"/>
                <a:cs typeface="Arial" panose="020B0604020202020204"/>
              </a:rPr>
              <a:t>ấ</a:t>
            </a:r>
            <a:r>
              <a:rPr sz="1600" b="1" spc="-80" dirty="0">
                <a:solidFill>
                  <a:srgbClr val="1D293B"/>
                </a:solidFill>
                <a:latin typeface="Aptos Black" panose="020B0004020202020204" pitchFamily="34" charset="0"/>
                <a:cs typeface="Verdana" panose="020B0604030504040204"/>
              </a:rPr>
              <a:t>t</a:t>
            </a:r>
            <a:r>
              <a:rPr sz="1600" b="1" spc="-95" dirty="0">
                <a:solidFill>
                  <a:srgbClr val="1D293B"/>
                </a:solidFill>
                <a:latin typeface="Aptos Black" panose="020B0004020202020204" pitchFamily="34" charset="0"/>
                <a:cs typeface="Verdana" panose="020B0604030504040204"/>
              </a:rPr>
              <a:t> </a:t>
            </a:r>
            <a:r>
              <a:rPr sz="1600" b="1" spc="-75" dirty="0">
                <a:solidFill>
                  <a:srgbClr val="1D293B"/>
                </a:solidFill>
                <a:latin typeface="Aptos Black" panose="020B0004020202020204" pitchFamily="34" charset="0"/>
                <a:cs typeface="Verdana" panose="020B0604030504040204"/>
              </a:rPr>
              <a:t>l</a:t>
            </a:r>
            <a:r>
              <a:rPr sz="1600" b="1" spc="-75" dirty="0">
                <a:solidFill>
                  <a:srgbClr val="1D293B"/>
                </a:solidFill>
                <a:latin typeface="Aptos Black" panose="020B0004020202020204" pitchFamily="34" charset="0"/>
                <a:cs typeface="Arial" panose="020B0604020202020204"/>
              </a:rPr>
              <a:t>ượ</a:t>
            </a:r>
            <a:r>
              <a:rPr sz="1600" b="1" spc="-75" dirty="0">
                <a:solidFill>
                  <a:srgbClr val="1D293B"/>
                </a:solidFill>
                <a:latin typeface="Aptos Black" panose="020B0004020202020204" pitchFamily="34" charset="0"/>
                <a:cs typeface="Verdana" panose="020B0604030504040204"/>
              </a:rPr>
              <a:t>ng</a:t>
            </a:r>
            <a:endParaRPr sz="1600">
              <a:latin typeface="Aptos Black" panose="020B0004020202020204" pitchFamily="34" charset="0"/>
              <a:cs typeface="Verdana" panose="020B0604030504040204"/>
            </a:endParaRPr>
          </a:p>
        </p:txBody>
      </p:sp>
      <p:pic>
        <p:nvPicPr>
          <p:cNvPr id="4" name="object 18">
            <a:extLst>
              <a:ext uri="{FF2B5EF4-FFF2-40B4-BE49-F238E27FC236}">
                <a16:creationId xmlns:a16="http://schemas.microsoft.com/office/drawing/2014/main" id="{3A315AD3-0D0A-2F3F-7B17-CEB486BE5C7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94964" y="2274180"/>
            <a:ext cx="263525" cy="266700"/>
          </a:xfrm>
          <a:prstGeom prst="rect">
            <a:avLst/>
          </a:prstGeom>
        </p:spPr>
      </p:pic>
      <p:pic>
        <p:nvPicPr>
          <p:cNvPr id="5" name="object 11">
            <a:extLst>
              <a:ext uri="{FF2B5EF4-FFF2-40B4-BE49-F238E27FC236}">
                <a16:creationId xmlns:a16="http://schemas.microsoft.com/office/drawing/2014/main" id="{3CC6F1AD-46A2-101A-6F52-65D307B20786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92971" y="2274180"/>
            <a:ext cx="234950" cy="2667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6000000000005,&quot;left&quot;:327.8399212598425,&quot;top&quot;:108.71992125984252,&quot;width&quot;:409.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6000000000005,&quot;left&quot;:327.8399212598425,&quot;top&quot;:108.71992125984252,&quot;width&quot;:409.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6000000000005,&quot;left&quot;:327.8399212598425,&quot;top&quot;:108.71992125984252,&quot;width&quot;:409.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6000000000005,&quot;left&quot;:327.8399212598425,&quot;top&quot;:108.71992125984252,&quot;width&quot;:409.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6000000000005,&quot;left&quot;:327.8399212598425,&quot;top&quot;:108.71992125984252,&quot;width&quot;:409.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6000000000005,&quot;left&quot;:327.8399212598425,&quot;top&quot;:108.71992125984252,&quot;width&quot;:409.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6000000000005,&quot;left&quot;:327.8399212598425,&quot;top&quot;:108.71992125984252,&quot;width&quot;:409.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6000000000005,&quot;left&quot;:327.8399212598425,&quot;top&quot;:108.71992125984252,&quot;width&quot;:409.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6000000000005,&quot;left&quot;:327.8399212598425,&quot;top&quot;:108.71992125984252,&quot;width&quot;:409.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6000000000005,&quot;left&quot;:327.8399212598425,&quot;top&quot;:108.71992125984252,&quot;width&quot;:409.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6000000000005,&quot;left&quot;:327.8399212598425,&quot;top&quot;:108.71992125984252,&quot;width&quot;:409.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6000000000005,&quot;left&quot;:327.8399212598425,&quot;top&quot;:108.71992125984252,&quot;width&quot;:409.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6000000000005,&quot;left&quot;:327.8399212598425,&quot;top&quot;:108.71992125984252,&quot;width&quot;:409.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6000000000005,&quot;left&quot;:327.8399212598425,&quot;top&quot;:108.71992125984252,&quot;width&quot;:409.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6000000000005,&quot;left&quot;:327.8399212598425,&quot;top&quot;:108.71992125984252,&quot;width&quot;:409.7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6000000000005,&quot;left&quot;:327.8399212598425,&quot;top&quot;:108.71992125984252,&quot;width&quot;:409.7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6.76000000000005,&quot;left&quot;:327.8399212598425,&quot;top&quot;:108.71992125984252,&quot;width&quot;:409.7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6.6399212598425,&quot;left&quot;:91.49188976377953,&quot;top&quot;:147.59992125984252,&quot;width&quot;:625.387952755905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6.6399212598425,&quot;left&quot;:91.49188976377953,&quot;top&quot;:147.59992125984252,&quot;width&quot;:625.387952755905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6.6399212598425,&quot;left&quot;:91.49188976377953,&quot;top&quot;:147.59992125984252,&quot;width&quot;:625.387952755905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6.6399212598425,&quot;left&quot;:91.49188976377953,&quot;top&quot;:147.59992125984252,&quot;width&quot;:625.387952755905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6.6399212598425,&quot;left&quot;:91.49188976377953,&quot;top&quot;:147.59992125984252,&quot;width&quot;:625.387952755905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6.6399212598425,&quot;left&quot;:91.49188976377953,&quot;top&quot;:147.59992125984252,&quot;width&quot;:625.387952755905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6.6399212598425,&quot;left&quot;:91.49188976377953,&quot;top&quot;:147.59992125984252,&quot;width&quot;:625.387952755905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6.6399212598425,&quot;left&quot;:91.49188976377953,&quot;top&quot;:147.59992125984252,&quot;width&quot;:625.387952755905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6.6399212598425,&quot;left&quot;:91.49188976377953,&quot;top&quot;:147.59992125984252,&quot;width&quot;:625.3879527559054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6.6399212598425,&quot;left&quot;:91.49188976377953,&quot;top&quot;:147.59992125984252,&quot;width&quot;:625.3879527559054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6.6399212598425,&quot;left&quot;:91.49188976377953,&quot;top&quot;:147.59992125984252,&quot;width&quot;:625.3879527559054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6.6399212598425,&quot;left&quot;:91.49188976377953,&quot;top&quot;:147.59992125984252,&quot;width&quot;:625.3879527559054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6.6399212598425,&quot;left&quot;:91.49188976377953,&quot;top&quot;:147.59992125984252,&quot;width&quot;:625.3879527559054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6.6399212598425,&quot;left&quot;:91.49188976377953,&quot;top&quot;:147.59992125984252,&quot;width&quot;:625.38795275590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6.6399212598425,&quot;left&quot;:91.49188976377953,&quot;top&quot;:147.59992125984252,&quot;width&quot;:625.3879527559054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6.6399212598425,&quot;left&quot;:91.49188976377953,&quot;top&quot;:147.59992125984252,&quot;width&quot;:625.3879527559054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6.6399212598425,&quot;left&quot;:91.49188976377953,&quot;top&quot;:147.59992125984252,&quot;width&quot;:625.387952755905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6.6399212598425,&quot;left&quot;:91.49188976377953,&quot;top&quot;:147.59992125984252,&quot;width&quot;:625.3879527559054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6.6399212598425,&quot;left&quot;:91.49188976377953,&quot;top&quot;:147.59992125984252,&quot;width&quot;:625.387952755905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419</Words>
  <Application>Microsoft Office PowerPoint</Application>
  <PresentationFormat>Custom</PresentationFormat>
  <Paragraphs>85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Aptos Black</vt:lpstr>
      <vt:lpstr>Arial</vt:lpstr>
      <vt:lpstr>Arial Black</vt:lpstr>
      <vt:lpstr>Arial MT</vt:lpstr>
      <vt:lpstr>Calibri</vt:lpstr>
      <vt:lpstr>Lucida Sans Unicode</vt:lpstr>
      <vt:lpstr>Microsoft Sans Serif</vt:lpstr>
      <vt:lpstr>Roboto</vt:lpstr>
      <vt:lpstr>Roboto Lt</vt:lpstr>
      <vt:lpstr>Tahoma</vt:lpstr>
      <vt:lpstr>Times New Roman</vt:lpstr>
      <vt:lpstr>Trebuchet MS</vt:lpstr>
      <vt:lpstr>Office Theme</vt:lpstr>
      <vt:lpstr>PowerPoint Presentation</vt:lpstr>
      <vt:lpstr>01</vt:lpstr>
      <vt:lpstr>02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1 - Trang Bìa</dc:title>
  <dc:creator>Lenovo</dc:creator>
  <cp:lastModifiedBy>andreas panayiotou</cp:lastModifiedBy>
  <cp:revision>3</cp:revision>
  <dcterms:created xsi:type="dcterms:W3CDTF">2026-01-10T02:06:13Z</dcterms:created>
  <dcterms:modified xsi:type="dcterms:W3CDTF">2026-01-10T04:07:27Z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2026-01-10T07:00:00Z</vt:filetime>
  </property>
  <property fmtid="{D5CDD505-2E9C-101B-9397-08002B2CF9AE}" pid="3" name="Creator">
    <vt:lpwstr>Mozilla/5.0 (Windows NT 10.0; Win64; x64) AppleWebKit/537.36 (KHTML, like Gecko) Chrome/143.0.0.0 Safari/537.36</vt:lpwstr>
  </property>
  <property fmtid="{D5CDD505-2E9C-101B-9397-08002B2CF9AE}" pid="4" name="LastSaved">
    <vt:filetime>2026-01-10T07:00:00Z</vt:filetime>
  </property>
  <property fmtid="{D5CDD505-2E9C-101B-9397-08002B2CF9AE}" pid="5" name="Producer">
    <vt:lpwstr>Skia/PDF m143</vt:lpwstr>
  </property>
  <property fmtid="{D5CDD505-2E9C-101B-9397-08002B2CF9AE}" pid="6" name="ICV">
    <vt:lpwstr>02D16FAF7AEA41EA87737818B0047956_13</vt:lpwstr>
  </property>
  <property fmtid="{D5CDD505-2E9C-101B-9397-08002B2CF9AE}" pid="7" name="KSOProductBuildVer">
    <vt:lpwstr>2057-12.2.0.23197</vt:lpwstr>
  </property>
</Properties>
</file>